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8" r:id="rId2"/>
    <p:sldId id="269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B449"/>
    <a:srgbClr val="4FB292"/>
    <a:srgbClr val="4A9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/>
    <p:restoredTop sz="94597"/>
  </p:normalViewPr>
  <p:slideViewPr>
    <p:cSldViewPr snapToGrid="0">
      <p:cViewPr>
        <p:scale>
          <a:sx n="186" d="100"/>
          <a:sy n="186" d="100"/>
        </p:scale>
        <p:origin x="-34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DAD2D-3B8D-CA44-87F6-841385491A3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8B668-5305-9A40-B657-79B9EA80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5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B668-5305-9A40-B657-79B9EA80B9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39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30C8E-A9A4-B9D4-9785-C26D9F7D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FFCA3-D250-AF64-1DED-E4A56FEC8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42F96-9624-398C-B5FF-55CCB81FA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4E60C-9CA8-7A9F-C09D-BAB600717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B668-5305-9A40-B657-79B9EA80B9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23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shifting watershed and local controls should be familiar, because this same axis was also central in our conceptual understanding of the control on dissolved </a:t>
            </a:r>
            <a:r>
              <a:rPr lang="en-US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streamwater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chemistry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endParaRPr lang="en-US" sz="18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oscillation between watershed/hydrologic &amp; local/biological controls is a defining feature of NPS;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this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 idea is also found in the literature on perennial streams – but often when thinking about high flows vs. baseflow -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NPS – we’re thinking about baseflow vs. very low flows/drying conditions (so flipping the other end of the flow continuum)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28F32-CC09-5C47-9BE5-01D90A13A7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78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82F3-4807-E665-9354-CCDA6189E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39211-D908-7D6B-F862-354279941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6E241-A3C9-8B27-DAB0-D645CE60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6FABD-2F64-50F6-466E-3E46DC696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21355-5486-F7FF-D72B-FEACD102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8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60F83-3790-D24D-1A97-3A72861B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F9E6-E6A3-6E6B-C5FD-1C8CFB87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A4976-1634-0EB0-C8B4-0B1D8DBAF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BD8A7-A25F-DBAB-F215-23DE19A7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D4284-7256-5DEE-2156-46791345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3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6A41-6E62-4133-6B92-14E21716D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BA76D-ACD6-CBF3-9DE9-34B7AA0A1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3CA07-0416-84E3-1699-FCB1781B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BB342-C3B7-6DE7-3538-66A374A8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3A80-B8C9-8855-A596-CC0AAA1C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3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115F-1BA2-5E45-D200-4D5C3C08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1ADB0-9354-E388-2213-ED982CC60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B1720-A590-FC96-A46D-58400E6A1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1D2B8-1C2B-140B-6571-2AF420CC3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081B9-ED1F-2E4B-BBAE-CAC2F3E7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B393F-159F-A714-BF98-6D57BEDC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02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0D5A-426C-EAE4-0394-395326A1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B142-048D-2623-5FD0-BCB016383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9536E-89A7-E7DE-9077-A36CAA925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5D1958-F979-7B9C-48A4-3B0CD61C0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0E100-0A29-53AC-B029-D0EA43D8D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E1FC2-3E97-01FE-7BE3-D5A19FFC2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03355-DAA9-8CAD-BA42-6E160430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16770-D985-3E2C-0316-CC350075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8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8BD8-2EE2-D6C3-3B17-6A299520D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D21639-52A9-A7EC-F9D6-92152F9C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D9928-1B39-5B7E-D40B-FDAE26A63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C3515-AA8C-8C7D-5B2D-4DFF55D5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96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87D434-48AC-DB38-AE35-9C2FADF6C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6B19F-0C93-3057-C159-C8D7EFB7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5C971-19CF-5A03-C863-3467188B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7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5167-CB8D-8B07-FFB7-A6E0F95C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70ECE-7232-C6C5-8A0E-8E612182F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505C1-6051-369D-0F00-E42F46BA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46AC0-79A5-24DE-5B0A-AE987D9C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DE8E8-91AC-2ECD-0B1F-D417D719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F0FA6-FA88-82AC-19C3-36E0AC3F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1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9609-2175-6C5B-D08C-DC5349B3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70E9C1-EF12-FD14-4E9F-64BC3CF44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187F0-D127-F88B-7AC7-4BEE082F4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1D80F-C6FA-EEFB-150A-3958F8A5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E80AB-AEA2-FAA9-455D-9DFDB83A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3CB2B-4F3A-F4DA-FFD2-9963B21D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65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6E19E-B9E2-19CA-E4C2-ED9F6BE9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29859-4842-4266-3BB6-768A2059D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93D0B-2511-1BCE-C820-C1FB79E9D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C7D83-6303-060C-4007-86C8B3701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DC245-97BA-6F52-78B6-3F0D4289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2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DC095C-CCD1-7323-62BF-4F3598D19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9E3FA-8A21-FE65-A6E4-052EF494B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F2070-2545-A481-FD91-4C5EFB86D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B2FA4-5E24-655A-FA60-DE310BBC5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CBF48-5523-4EC4-C335-D7A9DA40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5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CD2B99-0013-4191-AC94-C9305EFA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EBADB-7F44-70CE-999E-89FA36939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9C2A3-09F6-9407-2892-A3567CF85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A2C66-2889-E643-BF10-6F4E9B1D3607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10AF-44A1-D11A-D04A-F5968F2C3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81CF6-AE9E-8A0D-DB16-E1214C3FA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5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20D5F50-5E34-D94B-DB56-910BFF8F9071}"/>
              </a:ext>
            </a:extLst>
          </p:cNvPr>
          <p:cNvGrpSpPr/>
          <p:nvPr/>
        </p:nvGrpSpPr>
        <p:grpSpPr>
          <a:xfrm>
            <a:off x="764184" y="2362560"/>
            <a:ext cx="9739070" cy="3123845"/>
            <a:chOff x="764184" y="2362560"/>
            <a:chExt cx="9739070" cy="3123845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F4AA558A-1289-8340-1A7A-F4BDCEE6FBE5}"/>
                </a:ext>
              </a:extLst>
            </p:cNvPr>
            <p:cNvSpPr/>
            <p:nvPr/>
          </p:nvSpPr>
          <p:spPr>
            <a:xfrm>
              <a:off x="826358" y="3271008"/>
              <a:ext cx="2987854" cy="617545"/>
            </a:xfrm>
            <a:custGeom>
              <a:avLst/>
              <a:gdLst>
                <a:gd name="connsiteX0" fmla="*/ 0 w 5971142"/>
                <a:gd name="connsiteY0" fmla="*/ 257 h 1234146"/>
                <a:gd name="connsiteX1" fmla="*/ 253388 w 5971142"/>
                <a:gd name="connsiteY1" fmla="*/ 257 h 1234146"/>
                <a:gd name="connsiteX2" fmla="*/ 539827 w 5971142"/>
                <a:gd name="connsiteY2" fmla="*/ 11274 h 1234146"/>
                <a:gd name="connsiteX3" fmla="*/ 694063 w 5971142"/>
                <a:gd name="connsiteY3" fmla="*/ 11274 h 1234146"/>
                <a:gd name="connsiteX4" fmla="*/ 738130 w 5971142"/>
                <a:gd name="connsiteY4" fmla="*/ 33307 h 1234146"/>
                <a:gd name="connsiteX5" fmla="*/ 782198 w 5971142"/>
                <a:gd name="connsiteY5" fmla="*/ 44324 h 1234146"/>
                <a:gd name="connsiteX6" fmla="*/ 870333 w 5971142"/>
                <a:gd name="connsiteY6" fmla="*/ 121442 h 1234146"/>
                <a:gd name="connsiteX7" fmla="*/ 881350 w 5971142"/>
                <a:gd name="connsiteY7" fmla="*/ 154493 h 1234146"/>
                <a:gd name="connsiteX8" fmla="*/ 903383 w 5971142"/>
                <a:gd name="connsiteY8" fmla="*/ 187544 h 1234146"/>
                <a:gd name="connsiteX9" fmla="*/ 914400 w 5971142"/>
                <a:gd name="connsiteY9" fmla="*/ 220594 h 1234146"/>
                <a:gd name="connsiteX10" fmla="*/ 936434 w 5971142"/>
                <a:gd name="connsiteY10" fmla="*/ 253645 h 1234146"/>
                <a:gd name="connsiteX11" fmla="*/ 958468 w 5971142"/>
                <a:gd name="connsiteY11" fmla="*/ 319746 h 1234146"/>
                <a:gd name="connsiteX12" fmla="*/ 980501 w 5971142"/>
                <a:gd name="connsiteY12" fmla="*/ 352797 h 1234146"/>
                <a:gd name="connsiteX13" fmla="*/ 991518 w 5971142"/>
                <a:gd name="connsiteY13" fmla="*/ 385847 h 1234146"/>
                <a:gd name="connsiteX14" fmla="*/ 1013552 w 5971142"/>
                <a:gd name="connsiteY14" fmla="*/ 429915 h 1234146"/>
                <a:gd name="connsiteX15" fmla="*/ 1024569 w 5971142"/>
                <a:gd name="connsiteY15" fmla="*/ 462965 h 1234146"/>
                <a:gd name="connsiteX16" fmla="*/ 1068636 w 5971142"/>
                <a:gd name="connsiteY16" fmla="*/ 540083 h 1234146"/>
                <a:gd name="connsiteX17" fmla="*/ 1090670 w 5971142"/>
                <a:gd name="connsiteY17" fmla="*/ 606185 h 1234146"/>
                <a:gd name="connsiteX18" fmla="*/ 1134738 w 5971142"/>
                <a:gd name="connsiteY18" fmla="*/ 672286 h 1234146"/>
                <a:gd name="connsiteX19" fmla="*/ 1167788 w 5971142"/>
                <a:gd name="connsiteY19" fmla="*/ 738387 h 1234146"/>
                <a:gd name="connsiteX20" fmla="*/ 1189822 w 5971142"/>
                <a:gd name="connsiteY20" fmla="*/ 804488 h 1234146"/>
                <a:gd name="connsiteX21" fmla="*/ 1233889 w 5971142"/>
                <a:gd name="connsiteY21" fmla="*/ 870589 h 1234146"/>
                <a:gd name="connsiteX22" fmla="*/ 1277957 w 5971142"/>
                <a:gd name="connsiteY22" fmla="*/ 947707 h 1234146"/>
                <a:gd name="connsiteX23" fmla="*/ 1311007 w 5971142"/>
                <a:gd name="connsiteY23" fmla="*/ 980758 h 1234146"/>
                <a:gd name="connsiteX24" fmla="*/ 1333041 w 5971142"/>
                <a:gd name="connsiteY24" fmla="*/ 1013809 h 1234146"/>
                <a:gd name="connsiteX25" fmla="*/ 1366092 w 5971142"/>
                <a:gd name="connsiteY25" fmla="*/ 1035842 h 1234146"/>
                <a:gd name="connsiteX26" fmla="*/ 1443210 w 5971142"/>
                <a:gd name="connsiteY26" fmla="*/ 1079910 h 1234146"/>
                <a:gd name="connsiteX27" fmla="*/ 1542362 w 5971142"/>
                <a:gd name="connsiteY27" fmla="*/ 1123977 h 1234146"/>
                <a:gd name="connsiteX28" fmla="*/ 1652530 w 5971142"/>
                <a:gd name="connsiteY28" fmla="*/ 1168045 h 1234146"/>
                <a:gd name="connsiteX29" fmla="*/ 1839817 w 5971142"/>
                <a:gd name="connsiteY29" fmla="*/ 1190078 h 1234146"/>
                <a:gd name="connsiteX30" fmla="*/ 2016087 w 5971142"/>
                <a:gd name="connsiteY30" fmla="*/ 1212112 h 1234146"/>
                <a:gd name="connsiteX31" fmla="*/ 2093205 w 5971142"/>
                <a:gd name="connsiteY31" fmla="*/ 1223129 h 1234146"/>
                <a:gd name="connsiteX32" fmla="*/ 2192357 w 5971142"/>
                <a:gd name="connsiteY32" fmla="*/ 1234146 h 1234146"/>
                <a:gd name="connsiteX33" fmla="*/ 2346593 w 5971142"/>
                <a:gd name="connsiteY33" fmla="*/ 1212112 h 1234146"/>
                <a:gd name="connsiteX34" fmla="*/ 2412694 w 5971142"/>
                <a:gd name="connsiteY34" fmla="*/ 1190078 h 1234146"/>
                <a:gd name="connsiteX35" fmla="*/ 2456762 w 5971142"/>
                <a:gd name="connsiteY35" fmla="*/ 1179062 h 1234146"/>
                <a:gd name="connsiteX36" fmla="*/ 2511846 w 5971142"/>
                <a:gd name="connsiteY36" fmla="*/ 1168045 h 1234146"/>
                <a:gd name="connsiteX37" fmla="*/ 2577947 w 5971142"/>
                <a:gd name="connsiteY37" fmla="*/ 1146011 h 1234146"/>
                <a:gd name="connsiteX38" fmla="*/ 2633032 w 5971142"/>
                <a:gd name="connsiteY38" fmla="*/ 1134994 h 1234146"/>
                <a:gd name="connsiteX39" fmla="*/ 2666082 w 5971142"/>
                <a:gd name="connsiteY39" fmla="*/ 1123977 h 1234146"/>
                <a:gd name="connsiteX40" fmla="*/ 2732183 w 5971142"/>
                <a:gd name="connsiteY40" fmla="*/ 1112960 h 1234146"/>
                <a:gd name="connsiteX41" fmla="*/ 2798285 w 5971142"/>
                <a:gd name="connsiteY41" fmla="*/ 1090927 h 1234146"/>
                <a:gd name="connsiteX42" fmla="*/ 2831335 w 5971142"/>
                <a:gd name="connsiteY42" fmla="*/ 1068893 h 1234146"/>
                <a:gd name="connsiteX43" fmla="*/ 2919470 w 5971142"/>
                <a:gd name="connsiteY43" fmla="*/ 1035842 h 1234146"/>
                <a:gd name="connsiteX44" fmla="*/ 3062689 w 5971142"/>
                <a:gd name="connsiteY44" fmla="*/ 925674 h 1234146"/>
                <a:gd name="connsiteX45" fmla="*/ 3139807 w 5971142"/>
                <a:gd name="connsiteY45" fmla="*/ 892623 h 1234146"/>
                <a:gd name="connsiteX46" fmla="*/ 3172858 w 5971142"/>
                <a:gd name="connsiteY46" fmla="*/ 859572 h 1234146"/>
                <a:gd name="connsiteX47" fmla="*/ 3238959 w 5971142"/>
                <a:gd name="connsiteY47" fmla="*/ 815505 h 1234146"/>
                <a:gd name="connsiteX48" fmla="*/ 3272010 w 5971142"/>
                <a:gd name="connsiteY48" fmla="*/ 793471 h 1234146"/>
                <a:gd name="connsiteX49" fmla="*/ 3338111 w 5971142"/>
                <a:gd name="connsiteY49" fmla="*/ 738387 h 1234146"/>
                <a:gd name="connsiteX50" fmla="*/ 3382179 w 5971142"/>
                <a:gd name="connsiteY50" fmla="*/ 716353 h 1234146"/>
                <a:gd name="connsiteX51" fmla="*/ 3426246 w 5971142"/>
                <a:gd name="connsiteY51" fmla="*/ 683303 h 1234146"/>
                <a:gd name="connsiteX52" fmla="*/ 3481330 w 5971142"/>
                <a:gd name="connsiteY52" fmla="*/ 661269 h 1234146"/>
                <a:gd name="connsiteX53" fmla="*/ 3547432 w 5971142"/>
                <a:gd name="connsiteY53" fmla="*/ 628218 h 1234146"/>
                <a:gd name="connsiteX54" fmla="*/ 3602516 w 5971142"/>
                <a:gd name="connsiteY54" fmla="*/ 584151 h 1234146"/>
                <a:gd name="connsiteX55" fmla="*/ 3668617 w 5971142"/>
                <a:gd name="connsiteY55" fmla="*/ 540083 h 1234146"/>
                <a:gd name="connsiteX56" fmla="*/ 3712685 w 5971142"/>
                <a:gd name="connsiteY56" fmla="*/ 507033 h 1234146"/>
                <a:gd name="connsiteX57" fmla="*/ 3745735 w 5971142"/>
                <a:gd name="connsiteY57" fmla="*/ 496016 h 1234146"/>
                <a:gd name="connsiteX58" fmla="*/ 3822853 w 5971142"/>
                <a:gd name="connsiteY58" fmla="*/ 440932 h 1234146"/>
                <a:gd name="connsiteX59" fmla="*/ 3888954 w 5971142"/>
                <a:gd name="connsiteY59" fmla="*/ 396864 h 1234146"/>
                <a:gd name="connsiteX60" fmla="*/ 3922005 w 5971142"/>
                <a:gd name="connsiteY60" fmla="*/ 374830 h 1234146"/>
                <a:gd name="connsiteX61" fmla="*/ 3988106 w 5971142"/>
                <a:gd name="connsiteY61" fmla="*/ 341780 h 1234146"/>
                <a:gd name="connsiteX62" fmla="*/ 4065224 w 5971142"/>
                <a:gd name="connsiteY62" fmla="*/ 319746 h 1234146"/>
                <a:gd name="connsiteX63" fmla="*/ 4131326 w 5971142"/>
                <a:gd name="connsiteY63" fmla="*/ 297712 h 1234146"/>
                <a:gd name="connsiteX64" fmla="*/ 4175393 w 5971142"/>
                <a:gd name="connsiteY64" fmla="*/ 286695 h 1234146"/>
                <a:gd name="connsiteX65" fmla="*/ 4274545 w 5971142"/>
                <a:gd name="connsiteY65" fmla="*/ 242628 h 1234146"/>
                <a:gd name="connsiteX66" fmla="*/ 4307595 w 5971142"/>
                <a:gd name="connsiteY66" fmla="*/ 231611 h 1234146"/>
                <a:gd name="connsiteX67" fmla="*/ 4340646 w 5971142"/>
                <a:gd name="connsiteY67" fmla="*/ 209577 h 1234146"/>
                <a:gd name="connsiteX68" fmla="*/ 4384713 w 5971142"/>
                <a:gd name="connsiteY68" fmla="*/ 198560 h 1234146"/>
                <a:gd name="connsiteX69" fmla="*/ 4450815 w 5971142"/>
                <a:gd name="connsiteY69" fmla="*/ 176527 h 1234146"/>
                <a:gd name="connsiteX70" fmla="*/ 4549967 w 5971142"/>
                <a:gd name="connsiteY70" fmla="*/ 165510 h 1234146"/>
                <a:gd name="connsiteX71" fmla="*/ 4682169 w 5971142"/>
                <a:gd name="connsiteY71" fmla="*/ 143476 h 1234146"/>
                <a:gd name="connsiteX72" fmla="*/ 5034709 w 5971142"/>
                <a:gd name="connsiteY72" fmla="*/ 132459 h 1234146"/>
                <a:gd name="connsiteX73" fmla="*/ 5100810 w 5971142"/>
                <a:gd name="connsiteY73" fmla="*/ 121442 h 1234146"/>
                <a:gd name="connsiteX74" fmla="*/ 5155894 w 5971142"/>
                <a:gd name="connsiteY74" fmla="*/ 110425 h 1234146"/>
                <a:gd name="connsiteX75" fmla="*/ 5409282 w 5971142"/>
                <a:gd name="connsiteY75" fmla="*/ 154493 h 1234146"/>
                <a:gd name="connsiteX76" fmla="*/ 5563518 w 5971142"/>
                <a:gd name="connsiteY76" fmla="*/ 176527 h 1234146"/>
                <a:gd name="connsiteX77" fmla="*/ 5640636 w 5971142"/>
                <a:gd name="connsiteY77" fmla="*/ 187544 h 1234146"/>
                <a:gd name="connsiteX78" fmla="*/ 5971142 w 5971142"/>
                <a:gd name="connsiteY78" fmla="*/ 187544 h 123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971142" h="1234146">
                  <a:moveTo>
                    <a:pt x="0" y="257"/>
                  </a:moveTo>
                  <a:cubicBezTo>
                    <a:pt x="174414" y="25174"/>
                    <a:pt x="-37255" y="257"/>
                    <a:pt x="253388" y="257"/>
                  </a:cubicBezTo>
                  <a:cubicBezTo>
                    <a:pt x="348938" y="257"/>
                    <a:pt x="444347" y="7602"/>
                    <a:pt x="539827" y="11274"/>
                  </a:cubicBezTo>
                  <a:cubicBezTo>
                    <a:pt x="610520" y="1175"/>
                    <a:pt x="623370" y="-8006"/>
                    <a:pt x="694063" y="11274"/>
                  </a:cubicBezTo>
                  <a:cubicBezTo>
                    <a:pt x="709907" y="15595"/>
                    <a:pt x="722753" y="27541"/>
                    <a:pt x="738130" y="33307"/>
                  </a:cubicBezTo>
                  <a:cubicBezTo>
                    <a:pt x="752307" y="38623"/>
                    <a:pt x="767509" y="40652"/>
                    <a:pt x="782198" y="44324"/>
                  </a:cubicBezTo>
                  <a:cubicBezTo>
                    <a:pt x="795890" y="55278"/>
                    <a:pt x="856142" y="100155"/>
                    <a:pt x="870333" y="121442"/>
                  </a:cubicBezTo>
                  <a:cubicBezTo>
                    <a:pt x="876775" y="131105"/>
                    <a:pt x="876157" y="144106"/>
                    <a:pt x="881350" y="154493"/>
                  </a:cubicBezTo>
                  <a:cubicBezTo>
                    <a:pt x="887271" y="166336"/>
                    <a:pt x="897462" y="175701"/>
                    <a:pt x="903383" y="187544"/>
                  </a:cubicBezTo>
                  <a:cubicBezTo>
                    <a:pt x="908576" y="197931"/>
                    <a:pt x="909207" y="210207"/>
                    <a:pt x="914400" y="220594"/>
                  </a:cubicBezTo>
                  <a:cubicBezTo>
                    <a:pt x="920322" y="232437"/>
                    <a:pt x="931056" y="241545"/>
                    <a:pt x="936434" y="253645"/>
                  </a:cubicBezTo>
                  <a:cubicBezTo>
                    <a:pt x="945867" y="274869"/>
                    <a:pt x="945585" y="300421"/>
                    <a:pt x="958468" y="319746"/>
                  </a:cubicBezTo>
                  <a:cubicBezTo>
                    <a:pt x="965812" y="330763"/>
                    <a:pt x="974580" y="340954"/>
                    <a:pt x="980501" y="352797"/>
                  </a:cubicBezTo>
                  <a:cubicBezTo>
                    <a:pt x="985694" y="363184"/>
                    <a:pt x="986944" y="375173"/>
                    <a:pt x="991518" y="385847"/>
                  </a:cubicBezTo>
                  <a:cubicBezTo>
                    <a:pt x="997987" y="400942"/>
                    <a:pt x="1007083" y="414820"/>
                    <a:pt x="1013552" y="429915"/>
                  </a:cubicBezTo>
                  <a:cubicBezTo>
                    <a:pt x="1018126" y="440589"/>
                    <a:pt x="1019376" y="452578"/>
                    <a:pt x="1024569" y="462965"/>
                  </a:cubicBezTo>
                  <a:cubicBezTo>
                    <a:pt x="1064316" y="542457"/>
                    <a:pt x="1030011" y="443520"/>
                    <a:pt x="1068636" y="540083"/>
                  </a:cubicBezTo>
                  <a:cubicBezTo>
                    <a:pt x="1077262" y="561648"/>
                    <a:pt x="1077786" y="586860"/>
                    <a:pt x="1090670" y="606185"/>
                  </a:cubicBezTo>
                  <a:lnTo>
                    <a:pt x="1134738" y="672286"/>
                  </a:lnTo>
                  <a:cubicBezTo>
                    <a:pt x="1174907" y="792800"/>
                    <a:pt x="1110846" y="610268"/>
                    <a:pt x="1167788" y="738387"/>
                  </a:cubicBezTo>
                  <a:cubicBezTo>
                    <a:pt x="1177221" y="759611"/>
                    <a:pt x="1176939" y="785163"/>
                    <a:pt x="1189822" y="804488"/>
                  </a:cubicBezTo>
                  <a:cubicBezTo>
                    <a:pt x="1204511" y="826522"/>
                    <a:pt x="1222046" y="846904"/>
                    <a:pt x="1233889" y="870589"/>
                  </a:cubicBezTo>
                  <a:cubicBezTo>
                    <a:pt x="1247360" y="897532"/>
                    <a:pt x="1258490" y="924347"/>
                    <a:pt x="1277957" y="947707"/>
                  </a:cubicBezTo>
                  <a:cubicBezTo>
                    <a:pt x="1287931" y="959676"/>
                    <a:pt x="1301033" y="968789"/>
                    <a:pt x="1311007" y="980758"/>
                  </a:cubicBezTo>
                  <a:cubicBezTo>
                    <a:pt x="1319483" y="990930"/>
                    <a:pt x="1323678" y="1004446"/>
                    <a:pt x="1333041" y="1013809"/>
                  </a:cubicBezTo>
                  <a:cubicBezTo>
                    <a:pt x="1342404" y="1023171"/>
                    <a:pt x="1355318" y="1028146"/>
                    <a:pt x="1366092" y="1035842"/>
                  </a:cubicBezTo>
                  <a:cubicBezTo>
                    <a:pt x="1424454" y="1077529"/>
                    <a:pt x="1389574" y="1062031"/>
                    <a:pt x="1443210" y="1079910"/>
                  </a:cubicBezTo>
                  <a:cubicBezTo>
                    <a:pt x="1540434" y="1144728"/>
                    <a:pt x="1385027" y="1045308"/>
                    <a:pt x="1542362" y="1123977"/>
                  </a:cubicBezTo>
                  <a:cubicBezTo>
                    <a:pt x="1576399" y="1140996"/>
                    <a:pt x="1614412" y="1162599"/>
                    <a:pt x="1652530" y="1168045"/>
                  </a:cubicBezTo>
                  <a:cubicBezTo>
                    <a:pt x="1819784" y="1191939"/>
                    <a:pt x="1627628" y="1165595"/>
                    <a:pt x="1839817" y="1190078"/>
                  </a:cubicBezTo>
                  <a:lnTo>
                    <a:pt x="2016087" y="1212112"/>
                  </a:lnTo>
                  <a:lnTo>
                    <a:pt x="2093205" y="1223129"/>
                  </a:lnTo>
                  <a:cubicBezTo>
                    <a:pt x="2126202" y="1227254"/>
                    <a:pt x="2159306" y="1230474"/>
                    <a:pt x="2192357" y="1234146"/>
                  </a:cubicBezTo>
                  <a:cubicBezTo>
                    <a:pt x="2218444" y="1230885"/>
                    <a:pt x="2314824" y="1220054"/>
                    <a:pt x="2346593" y="1212112"/>
                  </a:cubicBezTo>
                  <a:cubicBezTo>
                    <a:pt x="2369125" y="1206479"/>
                    <a:pt x="2390162" y="1195711"/>
                    <a:pt x="2412694" y="1190078"/>
                  </a:cubicBezTo>
                  <a:cubicBezTo>
                    <a:pt x="2427383" y="1186406"/>
                    <a:pt x="2441981" y="1182347"/>
                    <a:pt x="2456762" y="1179062"/>
                  </a:cubicBezTo>
                  <a:cubicBezTo>
                    <a:pt x="2475041" y="1175000"/>
                    <a:pt x="2493781" y="1172972"/>
                    <a:pt x="2511846" y="1168045"/>
                  </a:cubicBezTo>
                  <a:cubicBezTo>
                    <a:pt x="2534253" y="1161934"/>
                    <a:pt x="2555172" y="1150566"/>
                    <a:pt x="2577947" y="1146011"/>
                  </a:cubicBezTo>
                  <a:cubicBezTo>
                    <a:pt x="2596309" y="1142339"/>
                    <a:pt x="2614866" y="1139536"/>
                    <a:pt x="2633032" y="1134994"/>
                  </a:cubicBezTo>
                  <a:cubicBezTo>
                    <a:pt x="2644298" y="1132177"/>
                    <a:pt x="2654746" y="1126496"/>
                    <a:pt x="2666082" y="1123977"/>
                  </a:cubicBezTo>
                  <a:cubicBezTo>
                    <a:pt x="2687888" y="1119131"/>
                    <a:pt x="2710512" y="1118378"/>
                    <a:pt x="2732183" y="1112960"/>
                  </a:cubicBezTo>
                  <a:cubicBezTo>
                    <a:pt x="2754715" y="1107327"/>
                    <a:pt x="2798285" y="1090927"/>
                    <a:pt x="2798285" y="1090927"/>
                  </a:cubicBezTo>
                  <a:cubicBezTo>
                    <a:pt x="2809302" y="1083582"/>
                    <a:pt x="2819492" y="1074814"/>
                    <a:pt x="2831335" y="1068893"/>
                  </a:cubicBezTo>
                  <a:cubicBezTo>
                    <a:pt x="2857679" y="1055721"/>
                    <a:pt x="2890867" y="1045377"/>
                    <a:pt x="2919470" y="1035842"/>
                  </a:cubicBezTo>
                  <a:cubicBezTo>
                    <a:pt x="2960717" y="994597"/>
                    <a:pt x="3007373" y="944113"/>
                    <a:pt x="3062689" y="925674"/>
                  </a:cubicBezTo>
                  <a:cubicBezTo>
                    <a:pt x="3089662" y="916683"/>
                    <a:pt x="3115982" y="909641"/>
                    <a:pt x="3139807" y="892623"/>
                  </a:cubicBezTo>
                  <a:cubicBezTo>
                    <a:pt x="3152485" y="883567"/>
                    <a:pt x="3160560" y="869137"/>
                    <a:pt x="3172858" y="859572"/>
                  </a:cubicBezTo>
                  <a:cubicBezTo>
                    <a:pt x="3193761" y="843314"/>
                    <a:pt x="3216925" y="830194"/>
                    <a:pt x="3238959" y="815505"/>
                  </a:cubicBezTo>
                  <a:cubicBezTo>
                    <a:pt x="3249976" y="808160"/>
                    <a:pt x="3262647" y="802834"/>
                    <a:pt x="3272010" y="793471"/>
                  </a:cubicBezTo>
                  <a:cubicBezTo>
                    <a:pt x="3302391" y="763090"/>
                    <a:pt x="3302322" y="758838"/>
                    <a:pt x="3338111" y="738387"/>
                  </a:cubicBezTo>
                  <a:cubicBezTo>
                    <a:pt x="3352370" y="730239"/>
                    <a:pt x="3368252" y="725057"/>
                    <a:pt x="3382179" y="716353"/>
                  </a:cubicBezTo>
                  <a:cubicBezTo>
                    <a:pt x="3397749" y="706622"/>
                    <a:pt x="3410195" y="692220"/>
                    <a:pt x="3426246" y="683303"/>
                  </a:cubicBezTo>
                  <a:cubicBezTo>
                    <a:pt x="3443533" y="673699"/>
                    <a:pt x="3463642" y="670113"/>
                    <a:pt x="3481330" y="661269"/>
                  </a:cubicBezTo>
                  <a:cubicBezTo>
                    <a:pt x="3566754" y="618556"/>
                    <a:pt x="3464360" y="655909"/>
                    <a:pt x="3547432" y="628218"/>
                  </a:cubicBezTo>
                  <a:cubicBezTo>
                    <a:pt x="3588143" y="567151"/>
                    <a:pt x="3546172" y="615454"/>
                    <a:pt x="3602516" y="584151"/>
                  </a:cubicBezTo>
                  <a:cubicBezTo>
                    <a:pt x="3625665" y="571290"/>
                    <a:pt x="3646583" y="554772"/>
                    <a:pt x="3668617" y="540083"/>
                  </a:cubicBezTo>
                  <a:cubicBezTo>
                    <a:pt x="3683895" y="529898"/>
                    <a:pt x="3696743" y="516143"/>
                    <a:pt x="3712685" y="507033"/>
                  </a:cubicBezTo>
                  <a:cubicBezTo>
                    <a:pt x="3722768" y="501272"/>
                    <a:pt x="3734718" y="499688"/>
                    <a:pt x="3745735" y="496016"/>
                  </a:cubicBezTo>
                  <a:cubicBezTo>
                    <a:pt x="3810385" y="409816"/>
                    <a:pt x="3742407" y="481155"/>
                    <a:pt x="3822853" y="440932"/>
                  </a:cubicBezTo>
                  <a:cubicBezTo>
                    <a:pt x="3846539" y="429089"/>
                    <a:pt x="3866920" y="411553"/>
                    <a:pt x="3888954" y="396864"/>
                  </a:cubicBezTo>
                  <a:cubicBezTo>
                    <a:pt x="3899971" y="389519"/>
                    <a:pt x="3909444" y="379017"/>
                    <a:pt x="3922005" y="374830"/>
                  </a:cubicBezTo>
                  <a:cubicBezTo>
                    <a:pt x="4005081" y="347138"/>
                    <a:pt x="3902680" y="384493"/>
                    <a:pt x="3988106" y="341780"/>
                  </a:cubicBezTo>
                  <a:cubicBezTo>
                    <a:pt x="4006618" y="332524"/>
                    <a:pt x="4047575" y="325041"/>
                    <a:pt x="4065224" y="319746"/>
                  </a:cubicBezTo>
                  <a:cubicBezTo>
                    <a:pt x="4087470" y="313072"/>
                    <a:pt x="4108794" y="303345"/>
                    <a:pt x="4131326" y="297712"/>
                  </a:cubicBezTo>
                  <a:cubicBezTo>
                    <a:pt x="4146015" y="294040"/>
                    <a:pt x="4160834" y="290855"/>
                    <a:pt x="4175393" y="286695"/>
                  </a:cubicBezTo>
                  <a:cubicBezTo>
                    <a:pt x="4227508" y="271805"/>
                    <a:pt x="4207192" y="272562"/>
                    <a:pt x="4274545" y="242628"/>
                  </a:cubicBezTo>
                  <a:cubicBezTo>
                    <a:pt x="4285157" y="237912"/>
                    <a:pt x="4297208" y="236804"/>
                    <a:pt x="4307595" y="231611"/>
                  </a:cubicBezTo>
                  <a:cubicBezTo>
                    <a:pt x="4319438" y="225689"/>
                    <a:pt x="4328476" y="214793"/>
                    <a:pt x="4340646" y="209577"/>
                  </a:cubicBezTo>
                  <a:cubicBezTo>
                    <a:pt x="4354563" y="203613"/>
                    <a:pt x="4370210" y="202911"/>
                    <a:pt x="4384713" y="198560"/>
                  </a:cubicBezTo>
                  <a:cubicBezTo>
                    <a:pt x="4406959" y="191886"/>
                    <a:pt x="4427731" y="179092"/>
                    <a:pt x="4450815" y="176527"/>
                  </a:cubicBezTo>
                  <a:cubicBezTo>
                    <a:pt x="4483866" y="172855"/>
                    <a:pt x="4517047" y="170213"/>
                    <a:pt x="4549967" y="165510"/>
                  </a:cubicBezTo>
                  <a:cubicBezTo>
                    <a:pt x="4594193" y="159192"/>
                    <a:pt x="4637516" y="144871"/>
                    <a:pt x="4682169" y="143476"/>
                  </a:cubicBezTo>
                  <a:lnTo>
                    <a:pt x="5034709" y="132459"/>
                  </a:lnTo>
                  <a:lnTo>
                    <a:pt x="5100810" y="121442"/>
                  </a:lnTo>
                  <a:cubicBezTo>
                    <a:pt x="5119233" y="118092"/>
                    <a:pt x="5137192" y="109490"/>
                    <a:pt x="5155894" y="110425"/>
                  </a:cubicBezTo>
                  <a:cubicBezTo>
                    <a:pt x="5362548" y="120758"/>
                    <a:pt x="5261031" y="127538"/>
                    <a:pt x="5409282" y="154493"/>
                  </a:cubicBezTo>
                  <a:cubicBezTo>
                    <a:pt x="5460378" y="163783"/>
                    <a:pt x="5512106" y="169182"/>
                    <a:pt x="5563518" y="176527"/>
                  </a:cubicBezTo>
                  <a:cubicBezTo>
                    <a:pt x="5589224" y="180199"/>
                    <a:pt x="5614669" y="187544"/>
                    <a:pt x="5640636" y="187544"/>
                  </a:cubicBezTo>
                  <a:lnTo>
                    <a:pt x="5971142" y="187544"/>
                  </a:lnTo>
                </a:path>
              </a:pathLst>
            </a:custGeom>
            <a:noFill/>
            <a:ln>
              <a:solidFill>
                <a:srgbClr val="9A63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0096478-2DB2-4525-D045-A56A6519569E}"/>
                </a:ext>
              </a:extLst>
            </p:cNvPr>
            <p:cNvCxnSpPr/>
            <p:nvPr/>
          </p:nvCxnSpPr>
          <p:spPr>
            <a:xfrm>
              <a:off x="826358" y="3066832"/>
              <a:ext cx="2916190" cy="5512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Cloud 4">
              <a:extLst>
                <a:ext uri="{FF2B5EF4-FFF2-40B4-BE49-F238E27FC236}">
                  <a16:creationId xmlns:a16="http://schemas.microsoft.com/office/drawing/2014/main" id="{6B6D6261-3F54-55CB-3361-234A3CED0CB2}"/>
                </a:ext>
              </a:extLst>
            </p:cNvPr>
            <p:cNvSpPr/>
            <p:nvPr/>
          </p:nvSpPr>
          <p:spPr>
            <a:xfrm>
              <a:off x="1955015" y="3761464"/>
              <a:ext cx="238177" cy="127089"/>
            </a:xfrm>
            <a:prstGeom prst="clou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F3A78D42-FC44-D369-5A17-8ECD183A5EE4}"/>
                </a:ext>
              </a:extLst>
            </p:cNvPr>
            <p:cNvSpPr/>
            <p:nvPr/>
          </p:nvSpPr>
          <p:spPr>
            <a:xfrm rot="1035449">
              <a:off x="1479707" y="3697919"/>
              <a:ext cx="238177" cy="127089"/>
            </a:xfrm>
            <a:prstGeom prst="clou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7D4AF9D-48BD-6ECB-8B73-A71E32978B26}"/>
                </a:ext>
              </a:extLst>
            </p:cNvPr>
            <p:cNvGrpSpPr/>
            <p:nvPr/>
          </p:nvGrpSpPr>
          <p:grpSpPr>
            <a:xfrm>
              <a:off x="2401028" y="2981201"/>
              <a:ext cx="318640" cy="266925"/>
              <a:chOff x="4733363" y="3243500"/>
              <a:chExt cx="636794" cy="533441"/>
            </a:xfrm>
            <a:solidFill>
              <a:srgbClr val="7030A0"/>
            </a:solidFill>
          </p:grpSpPr>
          <p:sp>
            <p:nvSpPr>
              <p:cNvPr id="13" name="Down Arrow 12">
                <a:extLst>
                  <a:ext uri="{FF2B5EF4-FFF2-40B4-BE49-F238E27FC236}">
                    <a16:creationId xmlns:a16="http://schemas.microsoft.com/office/drawing/2014/main" id="{73FD684F-9FC6-73EC-8036-F7D06B0D105F}"/>
                  </a:ext>
                </a:extLst>
              </p:cNvPr>
              <p:cNvSpPr/>
              <p:nvPr/>
            </p:nvSpPr>
            <p:spPr>
              <a:xfrm rot="10800000">
                <a:off x="4733363" y="3243500"/>
                <a:ext cx="329663" cy="435187"/>
              </a:xfrm>
              <a:prstGeom prst="downArrow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14" name="Down Arrow 13">
                <a:extLst>
                  <a:ext uri="{FF2B5EF4-FFF2-40B4-BE49-F238E27FC236}">
                    <a16:creationId xmlns:a16="http://schemas.microsoft.com/office/drawing/2014/main" id="{9990645B-BDAC-905E-DA9E-13F230B62960}"/>
                  </a:ext>
                </a:extLst>
              </p:cNvPr>
              <p:cNvSpPr/>
              <p:nvPr/>
            </p:nvSpPr>
            <p:spPr>
              <a:xfrm>
                <a:off x="5040494" y="3341754"/>
                <a:ext cx="329663" cy="435187"/>
              </a:xfrm>
              <a:prstGeom prst="downArrow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8FC06E3-6D03-7B83-45D1-262138155DD5}"/>
                </a:ext>
              </a:extLst>
            </p:cNvPr>
            <p:cNvGrpSpPr/>
            <p:nvPr/>
          </p:nvGrpSpPr>
          <p:grpSpPr>
            <a:xfrm>
              <a:off x="1714816" y="3396155"/>
              <a:ext cx="325046" cy="304331"/>
              <a:chOff x="3189911" y="3901670"/>
              <a:chExt cx="1004684" cy="871206"/>
            </a:xfrm>
          </p:grpSpPr>
          <p:sp>
            <p:nvSpPr>
              <p:cNvPr id="11" name="Curved Right Arrow 10">
                <a:extLst>
                  <a:ext uri="{FF2B5EF4-FFF2-40B4-BE49-F238E27FC236}">
                    <a16:creationId xmlns:a16="http://schemas.microsoft.com/office/drawing/2014/main" id="{F3083B2F-C42D-31BB-0748-63311CCC933F}"/>
                  </a:ext>
                </a:extLst>
              </p:cNvPr>
              <p:cNvSpPr/>
              <p:nvPr/>
            </p:nvSpPr>
            <p:spPr>
              <a:xfrm>
                <a:off x="3189911" y="3946158"/>
                <a:ext cx="412317" cy="826718"/>
              </a:xfrm>
              <a:prstGeom prst="curvedRightArrow">
                <a:avLst/>
              </a:prstGeom>
              <a:solidFill>
                <a:srgbClr val="4E8F00"/>
              </a:solidFill>
              <a:ln>
                <a:solidFill>
                  <a:srgbClr val="4E8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2" name="Curved Right Arrow 11">
                <a:extLst>
                  <a:ext uri="{FF2B5EF4-FFF2-40B4-BE49-F238E27FC236}">
                    <a16:creationId xmlns:a16="http://schemas.microsoft.com/office/drawing/2014/main" id="{84E89CAB-7F89-2EBD-B3E4-87482D5292EF}"/>
                  </a:ext>
                </a:extLst>
              </p:cNvPr>
              <p:cNvSpPr/>
              <p:nvPr/>
            </p:nvSpPr>
            <p:spPr>
              <a:xfrm rot="10800000">
                <a:off x="3782280" y="3901670"/>
                <a:ext cx="412315" cy="826718"/>
              </a:xfrm>
              <a:prstGeom prst="curvedRightArrow">
                <a:avLst/>
              </a:prstGeom>
              <a:solidFill>
                <a:srgbClr val="941100"/>
              </a:solidFill>
              <a:ln>
                <a:solidFill>
                  <a:srgbClr val="9411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p:grpSp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61D77D08-28ED-B3B2-0D49-44FDC8466764}"/>
                </a:ext>
              </a:extLst>
            </p:cNvPr>
            <p:cNvSpPr/>
            <p:nvPr/>
          </p:nvSpPr>
          <p:spPr>
            <a:xfrm rot="16200000">
              <a:off x="3325883" y="3118038"/>
              <a:ext cx="164958" cy="217760"/>
            </a:xfrm>
            <a:prstGeom prst="downArrow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CAB5FD8E-9820-3C8C-368D-05253F982190}"/>
                </a:ext>
              </a:extLst>
            </p:cNvPr>
            <p:cNvSpPr/>
            <p:nvPr/>
          </p:nvSpPr>
          <p:spPr>
            <a:xfrm rot="14434548">
              <a:off x="1271431" y="3581382"/>
              <a:ext cx="164958" cy="217760"/>
            </a:xfrm>
            <a:prstGeom prst="downArrow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5065D53-2600-07AB-C2C5-69FD12BC7DCF}"/>
                </a:ext>
              </a:extLst>
            </p:cNvPr>
            <p:cNvSpPr/>
            <p:nvPr/>
          </p:nvSpPr>
          <p:spPr>
            <a:xfrm>
              <a:off x="4205569" y="3256543"/>
              <a:ext cx="2987854" cy="617544"/>
            </a:xfrm>
            <a:custGeom>
              <a:avLst/>
              <a:gdLst>
                <a:gd name="connsiteX0" fmla="*/ 0 w 5971142"/>
                <a:gd name="connsiteY0" fmla="*/ 257 h 1234146"/>
                <a:gd name="connsiteX1" fmla="*/ 253388 w 5971142"/>
                <a:gd name="connsiteY1" fmla="*/ 257 h 1234146"/>
                <a:gd name="connsiteX2" fmla="*/ 539827 w 5971142"/>
                <a:gd name="connsiteY2" fmla="*/ 11274 h 1234146"/>
                <a:gd name="connsiteX3" fmla="*/ 694063 w 5971142"/>
                <a:gd name="connsiteY3" fmla="*/ 11274 h 1234146"/>
                <a:gd name="connsiteX4" fmla="*/ 738130 w 5971142"/>
                <a:gd name="connsiteY4" fmla="*/ 33307 h 1234146"/>
                <a:gd name="connsiteX5" fmla="*/ 782198 w 5971142"/>
                <a:gd name="connsiteY5" fmla="*/ 44324 h 1234146"/>
                <a:gd name="connsiteX6" fmla="*/ 870333 w 5971142"/>
                <a:gd name="connsiteY6" fmla="*/ 121442 h 1234146"/>
                <a:gd name="connsiteX7" fmla="*/ 881350 w 5971142"/>
                <a:gd name="connsiteY7" fmla="*/ 154493 h 1234146"/>
                <a:gd name="connsiteX8" fmla="*/ 903383 w 5971142"/>
                <a:gd name="connsiteY8" fmla="*/ 187544 h 1234146"/>
                <a:gd name="connsiteX9" fmla="*/ 914400 w 5971142"/>
                <a:gd name="connsiteY9" fmla="*/ 220594 h 1234146"/>
                <a:gd name="connsiteX10" fmla="*/ 936434 w 5971142"/>
                <a:gd name="connsiteY10" fmla="*/ 253645 h 1234146"/>
                <a:gd name="connsiteX11" fmla="*/ 958468 w 5971142"/>
                <a:gd name="connsiteY11" fmla="*/ 319746 h 1234146"/>
                <a:gd name="connsiteX12" fmla="*/ 980501 w 5971142"/>
                <a:gd name="connsiteY12" fmla="*/ 352797 h 1234146"/>
                <a:gd name="connsiteX13" fmla="*/ 991518 w 5971142"/>
                <a:gd name="connsiteY13" fmla="*/ 385847 h 1234146"/>
                <a:gd name="connsiteX14" fmla="*/ 1013552 w 5971142"/>
                <a:gd name="connsiteY14" fmla="*/ 429915 h 1234146"/>
                <a:gd name="connsiteX15" fmla="*/ 1024569 w 5971142"/>
                <a:gd name="connsiteY15" fmla="*/ 462965 h 1234146"/>
                <a:gd name="connsiteX16" fmla="*/ 1068636 w 5971142"/>
                <a:gd name="connsiteY16" fmla="*/ 540083 h 1234146"/>
                <a:gd name="connsiteX17" fmla="*/ 1090670 w 5971142"/>
                <a:gd name="connsiteY17" fmla="*/ 606185 h 1234146"/>
                <a:gd name="connsiteX18" fmla="*/ 1134738 w 5971142"/>
                <a:gd name="connsiteY18" fmla="*/ 672286 h 1234146"/>
                <a:gd name="connsiteX19" fmla="*/ 1167788 w 5971142"/>
                <a:gd name="connsiteY19" fmla="*/ 738387 h 1234146"/>
                <a:gd name="connsiteX20" fmla="*/ 1189822 w 5971142"/>
                <a:gd name="connsiteY20" fmla="*/ 804488 h 1234146"/>
                <a:gd name="connsiteX21" fmla="*/ 1233889 w 5971142"/>
                <a:gd name="connsiteY21" fmla="*/ 870589 h 1234146"/>
                <a:gd name="connsiteX22" fmla="*/ 1277957 w 5971142"/>
                <a:gd name="connsiteY22" fmla="*/ 947707 h 1234146"/>
                <a:gd name="connsiteX23" fmla="*/ 1311007 w 5971142"/>
                <a:gd name="connsiteY23" fmla="*/ 980758 h 1234146"/>
                <a:gd name="connsiteX24" fmla="*/ 1333041 w 5971142"/>
                <a:gd name="connsiteY24" fmla="*/ 1013809 h 1234146"/>
                <a:gd name="connsiteX25" fmla="*/ 1366092 w 5971142"/>
                <a:gd name="connsiteY25" fmla="*/ 1035842 h 1234146"/>
                <a:gd name="connsiteX26" fmla="*/ 1443210 w 5971142"/>
                <a:gd name="connsiteY26" fmla="*/ 1079910 h 1234146"/>
                <a:gd name="connsiteX27" fmla="*/ 1542362 w 5971142"/>
                <a:gd name="connsiteY27" fmla="*/ 1123977 h 1234146"/>
                <a:gd name="connsiteX28" fmla="*/ 1652530 w 5971142"/>
                <a:gd name="connsiteY28" fmla="*/ 1168045 h 1234146"/>
                <a:gd name="connsiteX29" fmla="*/ 1839817 w 5971142"/>
                <a:gd name="connsiteY29" fmla="*/ 1190078 h 1234146"/>
                <a:gd name="connsiteX30" fmla="*/ 2016087 w 5971142"/>
                <a:gd name="connsiteY30" fmla="*/ 1212112 h 1234146"/>
                <a:gd name="connsiteX31" fmla="*/ 2093205 w 5971142"/>
                <a:gd name="connsiteY31" fmla="*/ 1223129 h 1234146"/>
                <a:gd name="connsiteX32" fmla="*/ 2192357 w 5971142"/>
                <a:gd name="connsiteY32" fmla="*/ 1234146 h 1234146"/>
                <a:gd name="connsiteX33" fmla="*/ 2346593 w 5971142"/>
                <a:gd name="connsiteY33" fmla="*/ 1212112 h 1234146"/>
                <a:gd name="connsiteX34" fmla="*/ 2412694 w 5971142"/>
                <a:gd name="connsiteY34" fmla="*/ 1190078 h 1234146"/>
                <a:gd name="connsiteX35" fmla="*/ 2456762 w 5971142"/>
                <a:gd name="connsiteY35" fmla="*/ 1179062 h 1234146"/>
                <a:gd name="connsiteX36" fmla="*/ 2511846 w 5971142"/>
                <a:gd name="connsiteY36" fmla="*/ 1168045 h 1234146"/>
                <a:gd name="connsiteX37" fmla="*/ 2577947 w 5971142"/>
                <a:gd name="connsiteY37" fmla="*/ 1146011 h 1234146"/>
                <a:gd name="connsiteX38" fmla="*/ 2633032 w 5971142"/>
                <a:gd name="connsiteY38" fmla="*/ 1134994 h 1234146"/>
                <a:gd name="connsiteX39" fmla="*/ 2666082 w 5971142"/>
                <a:gd name="connsiteY39" fmla="*/ 1123977 h 1234146"/>
                <a:gd name="connsiteX40" fmla="*/ 2732183 w 5971142"/>
                <a:gd name="connsiteY40" fmla="*/ 1112960 h 1234146"/>
                <a:gd name="connsiteX41" fmla="*/ 2798285 w 5971142"/>
                <a:gd name="connsiteY41" fmla="*/ 1090927 h 1234146"/>
                <a:gd name="connsiteX42" fmla="*/ 2831335 w 5971142"/>
                <a:gd name="connsiteY42" fmla="*/ 1068893 h 1234146"/>
                <a:gd name="connsiteX43" fmla="*/ 2919470 w 5971142"/>
                <a:gd name="connsiteY43" fmla="*/ 1035842 h 1234146"/>
                <a:gd name="connsiteX44" fmla="*/ 3062689 w 5971142"/>
                <a:gd name="connsiteY44" fmla="*/ 925674 h 1234146"/>
                <a:gd name="connsiteX45" fmla="*/ 3139807 w 5971142"/>
                <a:gd name="connsiteY45" fmla="*/ 892623 h 1234146"/>
                <a:gd name="connsiteX46" fmla="*/ 3172858 w 5971142"/>
                <a:gd name="connsiteY46" fmla="*/ 859572 h 1234146"/>
                <a:gd name="connsiteX47" fmla="*/ 3238959 w 5971142"/>
                <a:gd name="connsiteY47" fmla="*/ 815505 h 1234146"/>
                <a:gd name="connsiteX48" fmla="*/ 3272010 w 5971142"/>
                <a:gd name="connsiteY48" fmla="*/ 793471 h 1234146"/>
                <a:gd name="connsiteX49" fmla="*/ 3338111 w 5971142"/>
                <a:gd name="connsiteY49" fmla="*/ 738387 h 1234146"/>
                <a:gd name="connsiteX50" fmla="*/ 3382179 w 5971142"/>
                <a:gd name="connsiteY50" fmla="*/ 716353 h 1234146"/>
                <a:gd name="connsiteX51" fmla="*/ 3426246 w 5971142"/>
                <a:gd name="connsiteY51" fmla="*/ 683303 h 1234146"/>
                <a:gd name="connsiteX52" fmla="*/ 3481330 w 5971142"/>
                <a:gd name="connsiteY52" fmla="*/ 661269 h 1234146"/>
                <a:gd name="connsiteX53" fmla="*/ 3547432 w 5971142"/>
                <a:gd name="connsiteY53" fmla="*/ 628218 h 1234146"/>
                <a:gd name="connsiteX54" fmla="*/ 3602516 w 5971142"/>
                <a:gd name="connsiteY54" fmla="*/ 584151 h 1234146"/>
                <a:gd name="connsiteX55" fmla="*/ 3668617 w 5971142"/>
                <a:gd name="connsiteY55" fmla="*/ 540083 h 1234146"/>
                <a:gd name="connsiteX56" fmla="*/ 3712685 w 5971142"/>
                <a:gd name="connsiteY56" fmla="*/ 507033 h 1234146"/>
                <a:gd name="connsiteX57" fmla="*/ 3745735 w 5971142"/>
                <a:gd name="connsiteY57" fmla="*/ 496016 h 1234146"/>
                <a:gd name="connsiteX58" fmla="*/ 3822853 w 5971142"/>
                <a:gd name="connsiteY58" fmla="*/ 440932 h 1234146"/>
                <a:gd name="connsiteX59" fmla="*/ 3888954 w 5971142"/>
                <a:gd name="connsiteY59" fmla="*/ 396864 h 1234146"/>
                <a:gd name="connsiteX60" fmla="*/ 3922005 w 5971142"/>
                <a:gd name="connsiteY60" fmla="*/ 374830 h 1234146"/>
                <a:gd name="connsiteX61" fmla="*/ 3988106 w 5971142"/>
                <a:gd name="connsiteY61" fmla="*/ 341780 h 1234146"/>
                <a:gd name="connsiteX62" fmla="*/ 4065224 w 5971142"/>
                <a:gd name="connsiteY62" fmla="*/ 319746 h 1234146"/>
                <a:gd name="connsiteX63" fmla="*/ 4131326 w 5971142"/>
                <a:gd name="connsiteY63" fmla="*/ 297712 h 1234146"/>
                <a:gd name="connsiteX64" fmla="*/ 4175393 w 5971142"/>
                <a:gd name="connsiteY64" fmla="*/ 286695 h 1234146"/>
                <a:gd name="connsiteX65" fmla="*/ 4274545 w 5971142"/>
                <a:gd name="connsiteY65" fmla="*/ 242628 h 1234146"/>
                <a:gd name="connsiteX66" fmla="*/ 4307595 w 5971142"/>
                <a:gd name="connsiteY66" fmla="*/ 231611 h 1234146"/>
                <a:gd name="connsiteX67" fmla="*/ 4340646 w 5971142"/>
                <a:gd name="connsiteY67" fmla="*/ 209577 h 1234146"/>
                <a:gd name="connsiteX68" fmla="*/ 4384713 w 5971142"/>
                <a:gd name="connsiteY68" fmla="*/ 198560 h 1234146"/>
                <a:gd name="connsiteX69" fmla="*/ 4450815 w 5971142"/>
                <a:gd name="connsiteY69" fmla="*/ 176527 h 1234146"/>
                <a:gd name="connsiteX70" fmla="*/ 4549967 w 5971142"/>
                <a:gd name="connsiteY70" fmla="*/ 165510 h 1234146"/>
                <a:gd name="connsiteX71" fmla="*/ 4682169 w 5971142"/>
                <a:gd name="connsiteY71" fmla="*/ 143476 h 1234146"/>
                <a:gd name="connsiteX72" fmla="*/ 5034709 w 5971142"/>
                <a:gd name="connsiteY72" fmla="*/ 132459 h 1234146"/>
                <a:gd name="connsiteX73" fmla="*/ 5100810 w 5971142"/>
                <a:gd name="connsiteY73" fmla="*/ 121442 h 1234146"/>
                <a:gd name="connsiteX74" fmla="*/ 5155894 w 5971142"/>
                <a:gd name="connsiteY74" fmla="*/ 110425 h 1234146"/>
                <a:gd name="connsiteX75" fmla="*/ 5409282 w 5971142"/>
                <a:gd name="connsiteY75" fmla="*/ 154493 h 1234146"/>
                <a:gd name="connsiteX76" fmla="*/ 5563518 w 5971142"/>
                <a:gd name="connsiteY76" fmla="*/ 176527 h 1234146"/>
                <a:gd name="connsiteX77" fmla="*/ 5640636 w 5971142"/>
                <a:gd name="connsiteY77" fmla="*/ 187544 h 1234146"/>
                <a:gd name="connsiteX78" fmla="*/ 5971142 w 5971142"/>
                <a:gd name="connsiteY78" fmla="*/ 187544 h 123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971142" h="1234146">
                  <a:moveTo>
                    <a:pt x="0" y="257"/>
                  </a:moveTo>
                  <a:cubicBezTo>
                    <a:pt x="174414" y="25174"/>
                    <a:pt x="-37255" y="257"/>
                    <a:pt x="253388" y="257"/>
                  </a:cubicBezTo>
                  <a:cubicBezTo>
                    <a:pt x="348938" y="257"/>
                    <a:pt x="444347" y="7602"/>
                    <a:pt x="539827" y="11274"/>
                  </a:cubicBezTo>
                  <a:cubicBezTo>
                    <a:pt x="610520" y="1175"/>
                    <a:pt x="623370" y="-8006"/>
                    <a:pt x="694063" y="11274"/>
                  </a:cubicBezTo>
                  <a:cubicBezTo>
                    <a:pt x="709907" y="15595"/>
                    <a:pt x="722753" y="27541"/>
                    <a:pt x="738130" y="33307"/>
                  </a:cubicBezTo>
                  <a:cubicBezTo>
                    <a:pt x="752307" y="38623"/>
                    <a:pt x="767509" y="40652"/>
                    <a:pt x="782198" y="44324"/>
                  </a:cubicBezTo>
                  <a:cubicBezTo>
                    <a:pt x="795890" y="55278"/>
                    <a:pt x="856142" y="100155"/>
                    <a:pt x="870333" y="121442"/>
                  </a:cubicBezTo>
                  <a:cubicBezTo>
                    <a:pt x="876775" y="131105"/>
                    <a:pt x="876157" y="144106"/>
                    <a:pt x="881350" y="154493"/>
                  </a:cubicBezTo>
                  <a:cubicBezTo>
                    <a:pt x="887271" y="166336"/>
                    <a:pt x="897462" y="175701"/>
                    <a:pt x="903383" y="187544"/>
                  </a:cubicBezTo>
                  <a:cubicBezTo>
                    <a:pt x="908576" y="197931"/>
                    <a:pt x="909207" y="210207"/>
                    <a:pt x="914400" y="220594"/>
                  </a:cubicBezTo>
                  <a:cubicBezTo>
                    <a:pt x="920322" y="232437"/>
                    <a:pt x="931056" y="241545"/>
                    <a:pt x="936434" y="253645"/>
                  </a:cubicBezTo>
                  <a:cubicBezTo>
                    <a:pt x="945867" y="274869"/>
                    <a:pt x="945585" y="300421"/>
                    <a:pt x="958468" y="319746"/>
                  </a:cubicBezTo>
                  <a:cubicBezTo>
                    <a:pt x="965812" y="330763"/>
                    <a:pt x="974580" y="340954"/>
                    <a:pt x="980501" y="352797"/>
                  </a:cubicBezTo>
                  <a:cubicBezTo>
                    <a:pt x="985694" y="363184"/>
                    <a:pt x="986944" y="375173"/>
                    <a:pt x="991518" y="385847"/>
                  </a:cubicBezTo>
                  <a:cubicBezTo>
                    <a:pt x="997987" y="400942"/>
                    <a:pt x="1007083" y="414820"/>
                    <a:pt x="1013552" y="429915"/>
                  </a:cubicBezTo>
                  <a:cubicBezTo>
                    <a:pt x="1018126" y="440589"/>
                    <a:pt x="1019376" y="452578"/>
                    <a:pt x="1024569" y="462965"/>
                  </a:cubicBezTo>
                  <a:cubicBezTo>
                    <a:pt x="1064316" y="542457"/>
                    <a:pt x="1030011" y="443520"/>
                    <a:pt x="1068636" y="540083"/>
                  </a:cubicBezTo>
                  <a:cubicBezTo>
                    <a:pt x="1077262" y="561648"/>
                    <a:pt x="1077786" y="586860"/>
                    <a:pt x="1090670" y="606185"/>
                  </a:cubicBezTo>
                  <a:lnTo>
                    <a:pt x="1134738" y="672286"/>
                  </a:lnTo>
                  <a:cubicBezTo>
                    <a:pt x="1174907" y="792800"/>
                    <a:pt x="1110846" y="610268"/>
                    <a:pt x="1167788" y="738387"/>
                  </a:cubicBezTo>
                  <a:cubicBezTo>
                    <a:pt x="1177221" y="759611"/>
                    <a:pt x="1176939" y="785163"/>
                    <a:pt x="1189822" y="804488"/>
                  </a:cubicBezTo>
                  <a:cubicBezTo>
                    <a:pt x="1204511" y="826522"/>
                    <a:pt x="1222046" y="846904"/>
                    <a:pt x="1233889" y="870589"/>
                  </a:cubicBezTo>
                  <a:cubicBezTo>
                    <a:pt x="1247360" y="897532"/>
                    <a:pt x="1258490" y="924347"/>
                    <a:pt x="1277957" y="947707"/>
                  </a:cubicBezTo>
                  <a:cubicBezTo>
                    <a:pt x="1287931" y="959676"/>
                    <a:pt x="1301033" y="968789"/>
                    <a:pt x="1311007" y="980758"/>
                  </a:cubicBezTo>
                  <a:cubicBezTo>
                    <a:pt x="1319483" y="990930"/>
                    <a:pt x="1323678" y="1004446"/>
                    <a:pt x="1333041" y="1013809"/>
                  </a:cubicBezTo>
                  <a:cubicBezTo>
                    <a:pt x="1342404" y="1023171"/>
                    <a:pt x="1355318" y="1028146"/>
                    <a:pt x="1366092" y="1035842"/>
                  </a:cubicBezTo>
                  <a:cubicBezTo>
                    <a:pt x="1424454" y="1077529"/>
                    <a:pt x="1389574" y="1062031"/>
                    <a:pt x="1443210" y="1079910"/>
                  </a:cubicBezTo>
                  <a:cubicBezTo>
                    <a:pt x="1540434" y="1144728"/>
                    <a:pt x="1385027" y="1045308"/>
                    <a:pt x="1542362" y="1123977"/>
                  </a:cubicBezTo>
                  <a:cubicBezTo>
                    <a:pt x="1576399" y="1140996"/>
                    <a:pt x="1614412" y="1162599"/>
                    <a:pt x="1652530" y="1168045"/>
                  </a:cubicBezTo>
                  <a:cubicBezTo>
                    <a:pt x="1819784" y="1191939"/>
                    <a:pt x="1627628" y="1165595"/>
                    <a:pt x="1839817" y="1190078"/>
                  </a:cubicBezTo>
                  <a:lnTo>
                    <a:pt x="2016087" y="1212112"/>
                  </a:lnTo>
                  <a:lnTo>
                    <a:pt x="2093205" y="1223129"/>
                  </a:lnTo>
                  <a:cubicBezTo>
                    <a:pt x="2126202" y="1227254"/>
                    <a:pt x="2159306" y="1230474"/>
                    <a:pt x="2192357" y="1234146"/>
                  </a:cubicBezTo>
                  <a:cubicBezTo>
                    <a:pt x="2218444" y="1230885"/>
                    <a:pt x="2314824" y="1220054"/>
                    <a:pt x="2346593" y="1212112"/>
                  </a:cubicBezTo>
                  <a:cubicBezTo>
                    <a:pt x="2369125" y="1206479"/>
                    <a:pt x="2390162" y="1195711"/>
                    <a:pt x="2412694" y="1190078"/>
                  </a:cubicBezTo>
                  <a:cubicBezTo>
                    <a:pt x="2427383" y="1186406"/>
                    <a:pt x="2441981" y="1182347"/>
                    <a:pt x="2456762" y="1179062"/>
                  </a:cubicBezTo>
                  <a:cubicBezTo>
                    <a:pt x="2475041" y="1175000"/>
                    <a:pt x="2493781" y="1172972"/>
                    <a:pt x="2511846" y="1168045"/>
                  </a:cubicBezTo>
                  <a:cubicBezTo>
                    <a:pt x="2534253" y="1161934"/>
                    <a:pt x="2555172" y="1150566"/>
                    <a:pt x="2577947" y="1146011"/>
                  </a:cubicBezTo>
                  <a:cubicBezTo>
                    <a:pt x="2596309" y="1142339"/>
                    <a:pt x="2614866" y="1139536"/>
                    <a:pt x="2633032" y="1134994"/>
                  </a:cubicBezTo>
                  <a:cubicBezTo>
                    <a:pt x="2644298" y="1132177"/>
                    <a:pt x="2654746" y="1126496"/>
                    <a:pt x="2666082" y="1123977"/>
                  </a:cubicBezTo>
                  <a:cubicBezTo>
                    <a:pt x="2687888" y="1119131"/>
                    <a:pt x="2710512" y="1118378"/>
                    <a:pt x="2732183" y="1112960"/>
                  </a:cubicBezTo>
                  <a:cubicBezTo>
                    <a:pt x="2754715" y="1107327"/>
                    <a:pt x="2798285" y="1090927"/>
                    <a:pt x="2798285" y="1090927"/>
                  </a:cubicBezTo>
                  <a:cubicBezTo>
                    <a:pt x="2809302" y="1083582"/>
                    <a:pt x="2819492" y="1074814"/>
                    <a:pt x="2831335" y="1068893"/>
                  </a:cubicBezTo>
                  <a:cubicBezTo>
                    <a:pt x="2857679" y="1055721"/>
                    <a:pt x="2890867" y="1045377"/>
                    <a:pt x="2919470" y="1035842"/>
                  </a:cubicBezTo>
                  <a:cubicBezTo>
                    <a:pt x="2960717" y="994597"/>
                    <a:pt x="3007373" y="944113"/>
                    <a:pt x="3062689" y="925674"/>
                  </a:cubicBezTo>
                  <a:cubicBezTo>
                    <a:pt x="3089662" y="916683"/>
                    <a:pt x="3115982" y="909641"/>
                    <a:pt x="3139807" y="892623"/>
                  </a:cubicBezTo>
                  <a:cubicBezTo>
                    <a:pt x="3152485" y="883567"/>
                    <a:pt x="3160560" y="869137"/>
                    <a:pt x="3172858" y="859572"/>
                  </a:cubicBezTo>
                  <a:cubicBezTo>
                    <a:pt x="3193761" y="843314"/>
                    <a:pt x="3216925" y="830194"/>
                    <a:pt x="3238959" y="815505"/>
                  </a:cubicBezTo>
                  <a:cubicBezTo>
                    <a:pt x="3249976" y="808160"/>
                    <a:pt x="3262647" y="802834"/>
                    <a:pt x="3272010" y="793471"/>
                  </a:cubicBezTo>
                  <a:cubicBezTo>
                    <a:pt x="3302391" y="763090"/>
                    <a:pt x="3302322" y="758838"/>
                    <a:pt x="3338111" y="738387"/>
                  </a:cubicBezTo>
                  <a:cubicBezTo>
                    <a:pt x="3352370" y="730239"/>
                    <a:pt x="3368252" y="725057"/>
                    <a:pt x="3382179" y="716353"/>
                  </a:cubicBezTo>
                  <a:cubicBezTo>
                    <a:pt x="3397749" y="706622"/>
                    <a:pt x="3410195" y="692220"/>
                    <a:pt x="3426246" y="683303"/>
                  </a:cubicBezTo>
                  <a:cubicBezTo>
                    <a:pt x="3443533" y="673699"/>
                    <a:pt x="3463642" y="670113"/>
                    <a:pt x="3481330" y="661269"/>
                  </a:cubicBezTo>
                  <a:cubicBezTo>
                    <a:pt x="3566754" y="618556"/>
                    <a:pt x="3464360" y="655909"/>
                    <a:pt x="3547432" y="628218"/>
                  </a:cubicBezTo>
                  <a:cubicBezTo>
                    <a:pt x="3588143" y="567151"/>
                    <a:pt x="3546172" y="615454"/>
                    <a:pt x="3602516" y="584151"/>
                  </a:cubicBezTo>
                  <a:cubicBezTo>
                    <a:pt x="3625665" y="571290"/>
                    <a:pt x="3646583" y="554772"/>
                    <a:pt x="3668617" y="540083"/>
                  </a:cubicBezTo>
                  <a:cubicBezTo>
                    <a:pt x="3683895" y="529898"/>
                    <a:pt x="3696743" y="516143"/>
                    <a:pt x="3712685" y="507033"/>
                  </a:cubicBezTo>
                  <a:cubicBezTo>
                    <a:pt x="3722768" y="501272"/>
                    <a:pt x="3734718" y="499688"/>
                    <a:pt x="3745735" y="496016"/>
                  </a:cubicBezTo>
                  <a:cubicBezTo>
                    <a:pt x="3810385" y="409816"/>
                    <a:pt x="3742407" y="481155"/>
                    <a:pt x="3822853" y="440932"/>
                  </a:cubicBezTo>
                  <a:cubicBezTo>
                    <a:pt x="3846539" y="429089"/>
                    <a:pt x="3866920" y="411553"/>
                    <a:pt x="3888954" y="396864"/>
                  </a:cubicBezTo>
                  <a:cubicBezTo>
                    <a:pt x="3899971" y="389519"/>
                    <a:pt x="3909444" y="379017"/>
                    <a:pt x="3922005" y="374830"/>
                  </a:cubicBezTo>
                  <a:cubicBezTo>
                    <a:pt x="4005081" y="347138"/>
                    <a:pt x="3902680" y="384493"/>
                    <a:pt x="3988106" y="341780"/>
                  </a:cubicBezTo>
                  <a:cubicBezTo>
                    <a:pt x="4006618" y="332524"/>
                    <a:pt x="4047575" y="325041"/>
                    <a:pt x="4065224" y="319746"/>
                  </a:cubicBezTo>
                  <a:cubicBezTo>
                    <a:pt x="4087470" y="313072"/>
                    <a:pt x="4108794" y="303345"/>
                    <a:pt x="4131326" y="297712"/>
                  </a:cubicBezTo>
                  <a:cubicBezTo>
                    <a:pt x="4146015" y="294040"/>
                    <a:pt x="4160834" y="290855"/>
                    <a:pt x="4175393" y="286695"/>
                  </a:cubicBezTo>
                  <a:cubicBezTo>
                    <a:pt x="4227508" y="271805"/>
                    <a:pt x="4207192" y="272562"/>
                    <a:pt x="4274545" y="242628"/>
                  </a:cubicBezTo>
                  <a:cubicBezTo>
                    <a:pt x="4285157" y="237912"/>
                    <a:pt x="4297208" y="236804"/>
                    <a:pt x="4307595" y="231611"/>
                  </a:cubicBezTo>
                  <a:cubicBezTo>
                    <a:pt x="4319438" y="225689"/>
                    <a:pt x="4328476" y="214793"/>
                    <a:pt x="4340646" y="209577"/>
                  </a:cubicBezTo>
                  <a:cubicBezTo>
                    <a:pt x="4354563" y="203613"/>
                    <a:pt x="4370210" y="202911"/>
                    <a:pt x="4384713" y="198560"/>
                  </a:cubicBezTo>
                  <a:cubicBezTo>
                    <a:pt x="4406959" y="191886"/>
                    <a:pt x="4427731" y="179092"/>
                    <a:pt x="4450815" y="176527"/>
                  </a:cubicBezTo>
                  <a:cubicBezTo>
                    <a:pt x="4483866" y="172855"/>
                    <a:pt x="4517047" y="170213"/>
                    <a:pt x="4549967" y="165510"/>
                  </a:cubicBezTo>
                  <a:cubicBezTo>
                    <a:pt x="4594193" y="159192"/>
                    <a:pt x="4637516" y="144871"/>
                    <a:pt x="4682169" y="143476"/>
                  </a:cubicBezTo>
                  <a:lnTo>
                    <a:pt x="5034709" y="132459"/>
                  </a:lnTo>
                  <a:lnTo>
                    <a:pt x="5100810" y="121442"/>
                  </a:lnTo>
                  <a:cubicBezTo>
                    <a:pt x="5119233" y="118092"/>
                    <a:pt x="5137192" y="109490"/>
                    <a:pt x="5155894" y="110425"/>
                  </a:cubicBezTo>
                  <a:cubicBezTo>
                    <a:pt x="5362548" y="120758"/>
                    <a:pt x="5261031" y="127538"/>
                    <a:pt x="5409282" y="154493"/>
                  </a:cubicBezTo>
                  <a:cubicBezTo>
                    <a:pt x="5460378" y="163783"/>
                    <a:pt x="5512106" y="169182"/>
                    <a:pt x="5563518" y="176527"/>
                  </a:cubicBezTo>
                  <a:cubicBezTo>
                    <a:pt x="5589224" y="180199"/>
                    <a:pt x="5614669" y="187544"/>
                    <a:pt x="5640636" y="187544"/>
                  </a:cubicBezTo>
                  <a:lnTo>
                    <a:pt x="5971142" y="187544"/>
                  </a:lnTo>
                </a:path>
              </a:pathLst>
            </a:custGeom>
            <a:noFill/>
            <a:ln>
              <a:solidFill>
                <a:srgbClr val="9A63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4583274-F40B-E388-0814-67DC2B928C20}"/>
                </a:ext>
              </a:extLst>
            </p:cNvPr>
            <p:cNvCxnSpPr/>
            <p:nvPr/>
          </p:nvCxnSpPr>
          <p:spPr>
            <a:xfrm>
              <a:off x="4205569" y="3197730"/>
              <a:ext cx="2916190" cy="55127"/>
            </a:xfrm>
            <a:prstGeom prst="straightConnector1">
              <a:avLst/>
            </a:prstGeom>
            <a:ln w="19050"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loud 17">
              <a:extLst>
                <a:ext uri="{FF2B5EF4-FFF2-40B4-BE49-F238E27FC236}">
                  <a16:creationId xmlns:a16="http://schemas.microsoft.com/office/drawing/2014/main" id="{3E8F0DD9-5C77-863C-4C78-8B61CA6A5B3A}"/>
                </a:ext>
              </a:extLst>
            </p:cNvPr>
            <p:cNvSpPr/>
            <p:nvPr/>
          </p:nvSpPr>
          <p:spPr>
            <a:xfrm>
              <a:off x="5334226" y="3746998"/>
              <a:ext cx="238177" cy="127089"/>
            </a:xfrm>
            <a:prstGeom prst="clou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sp>
          <p:nvSpPr>
            <p:cNvPr id="19" name="Cloud 18">
              <a:extLst>
                <a:ext uri="{FF2B5EF4-FFF2-40B4-BE49-F238E27FC236}">
                  <a16:creationId xmlns:a16="http://schemas.microsoft.com/office/drawing/2014/main" id="{D6E98DAC-AF46-D253-08C8-AC7FEA295384}"/>
                </a:ext>
              </a:extLst>
            </p:cNvPr>
            <p:cNvSpPr/>
            <p:nvPr/>
          </p:nvSpPr>
          <p:spPr>
            <a:xfrm rot="1035449">
              <a:off x="4858918" y="3683453"/>
              <a:ext cx="238177" cy="127089"/>
            </a:xfrm>
            <a:prstGeom prst="clou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89C6228-5E00-1A37-101D-4186CBF7A572}"/>
                </a:ext>
              </a:extLst>
            </p:cNvPr>
            <p:cNvGrpSpPr/>
            <p:nvPr/>
          </p:nvGrpSpPr>
          <p:grpSpPr>
            <a:xfrm>
              <a:off x="5842889" y="3090080"/>
              <a:ext cx="203571" cy="249067"/>
              <a:chOff x="4858566" y="3490000"/>
              <a:chExt cx="406830" cy="497754"/>
            </a:xfrm>
            <a:solidFill>
              <a:srgbClr val="7030A0"/>
            </a:solidFill>
          </p:grpSpPr>
          <p:sp>
            <p:nvSpPr>
              <p:cNvPr id="26" name="Down Arrow 25">
                <a:extLst>
                  <a:ext uri="{FF2B5EF4-FFF2-40B4-BE49-F238E27FC236}">
                    <a16:creationId xmlns:a16="http://schemas.microsoft.com/office/drawing/2014/main" id="{202FD2A3-207F-7227-7DEA-0A6318640F64}"/>
                  </a:ext>
                </a:extLst>
              </p:cNvPr>
              <p:cNvSpPr/>
              <p:nvPr/>
            </p:nvSpPr>
            <p:spPr>
              <a:xfrm rot="10800000">
                <a:off x="4858566" y="3490000"/>
                <a:ext cx="143197" cy="446353"/>
              </a:xfrm>
              <a:prstGeom prst="downArrow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27" name="Down Arrow 26">
                <a:extLst>
                  <a:ext uri="{FF2B5EF4-FFF2-40B4-BE49-F238E27FC236}">
                    <a16:creationId xmlns:a16="http://schemas.microsoft.com/office/drawing/2014/main" id="{3C953445-9338-2729-44E5-69E05D8FB3FE}"/>
                  </a:ext>
                </a:extLst>
              </p:cNvPr>
              <p:cNvSpPr/>
              <p:nvPr/>
            </p:nvSpPr>
            <p:spPr>
              <a:xfrm flipH="1">
                <a:off x="5122199" y="3541401"/>
                <a:ext cx="143197" cy="446353"/>
              </a:xfrm>
              <a:prstGeom prst="downArrow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sp>
          <p:nvSpPr>
            <p:cNvPr id="22" name="Down Arrow 21">
              <a:extLst>
                <a:ext uri="{FF2B5EF4-FFF2-40B4-BE49-F238E27FC236}">
                  <a16:creationId xmlns:a16="http://schemas.microsoft.com/office/drawing/2014/main" id="{485AE894-9B05-8416-EF3E-C667CDD03C2D}"/>
                </a:ext>
              </a:extLst>
            </p:cNvPr>
            <p:cNvSpPr/>
            <p:nvPr/>
          </p:nvSpPr>
          <p:spPr>
            <a:xfrm rot="16200000">
              <a:off x="6678867" y="3192596"/>
              <a:ext cx="71653" cy="164961"/>
            </a:xfrm>
            <a:prstGeom prst="downArrow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FE14F549-0954-B7F0-948C-151ECB00A3AD}"/>
                </a:ext>
              </a:extLst>
            </p:cNvPr>
            <p:cNvSpPr/>
            <p:nvPr/>
          </p:nvSpPr>
          <p:spPr>
            <a:xfrm rot="14434548">
              <a:off x="4717978" y="3548741"/>
              <a:ext cx="71653" cy="121788"/>
            </a:xfrm>
            <a:prstGeom prst="downArrow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AABC99A-B703-6B42-FC84-8943A20A3F5C}"/>
                </a:ext>
              </a:extLst>
            </p:cNvPr>
            <p:cNvSpPr/>
            <p:nvPr/>
          </p:nvSpPr>
          <p:spPr>
            <a:xfrm>
              <a:off x="7515400" y="3256544"/>
              <a:ext cx="2987854" cy="617545"/>
            </a:xfrm>
            <a:custGeom>
              <a:avLst/>
              <a:gdLst>
                <a:gd name="connsiteX0" fmla="*/ 0 w 5971142"/>
                <a:gd name="connsiteY0" fmla="*/ 257 h 1234146"/>
                <a:gd name="connsiteX1" fmla="*/ 253388 w 5971142"/>
                <a:gd name="connsiteY1" fmla="*/ 257 h 1234146"/>
                <a:gd name="connsiteX2" fmla="*/ 539827 w 5971142"/>
                <a:gd name="connsiteY2" fmla="*/ 11274 h 1234146"/>
                <a:gd name="connsiteX3" fmla="*/ 694063 w 5971142"/>
                <a:gd name="connsiteY3" fmla="*/ 11274 h 1234146"/>
                <a:gd name="connsiteX4" fmla="*/ 738130 w 5971142"/>
                <a:gd name="connsiteY4" fmla="*/ 33307 h 1234146"/>
                <a:gd name="connsiteX5" fmla="*/ 782198 w 5971142"/>
                <a:gd name="connsiteY5" fmla="*/ 44324 h 1234146"/>
                <a:gd name="connsiteX6" fmla="*/ 870333 w 5971142"/>
                <a:gd name="connsiteY6" fmla="*/ 121442 h 1234146"/>
                <a:gd name="connsiteX7" fmla="*/ 881350 w 5971142"/>
                <a:gd name="connsiteY7" fmla="*/ 154493 h 1234146"/>
                <a:gd name="connsiteX8" fmla="*/ 903383 w 5971142"/>
                <a:gd name="connsiteY8" fmla="*/ 187544 h 1234146"/>
                <a:gd name="connsiteX9" fmla="*/ 914400 w 5971142"/>
                <a:gd name="connsiteY9" fmla="*/ 220594 h 1234146"/>
                <a:gd name="connsiteX10" fmla="*/ 936434 w 5971142"/>
                <a:gd name="connsiteY10" fmla="*/ 253645 h 1234146"/>
                <a:gd name="connsiteX11" fmla="*/ 958468 w 5971142"/>
                <a:gd name="connsiteY11" fmla="*/ 319746 h 1234146"/>
                <a:gd name="connsiteX12" fmla="*/ 980501 w 5971142"/>
                <a:gd name="connsiteY12" fmla="*/ 352797 h 1234146"/>
                <a:gd name="connsiteX13" fmla="*/ 991518 w 5971142"/>
                <a:gd name="connsiteY13" fmla="*/ 385847 h 1234146"/>
                <a:gd name="connsiteX14" fmla="*/ 1013552 w 5971142"/>
                <a:gd name="connsiteY14" fmla="*/ 429915 h 1234146"/>
                <a:gd name="connsiteX15" fmla="*/ 1024569 w 5971142"/>
                <a:gd name="connsiteY15" fmla="*/ 462965 h 1234146"/>
                <a:gd name="connsiteX16" fmla="*/ 1068636 w 5971142"/>
                <a:gd name="connsiteY16" fmla="*/ 540083 h 1234146"/>
                <a:gd name="connsiteX17" fmla="*/ 1090670 w 5971142"/>
                <a:gd name="connsiteY17" fmla="*/ 606185 h 1234146"/>
                <a:gd name="connsiteX18" fmla="*/ 1134738 w 5971142"/>
                <a:gd name="connsiteY18" fmla="*/ 672286 h 1234146"/>
                <a:gd name="connsiteX19" fmla="*/ 1167788 w 5971142"/>
                <a:gd name="connsiteY19" fmla="*/ 738387 h 1234146"/>
                <a:gd name="connsiteX20" fmla="*/ 1189822 w 5971142"/>
                <a:gd name="connsiteY20" fmla="*/ 804488 h 1234146"/>
                <a:gd name="connsiteX21" fmla="*/ 1233889 w 5971142"/>
                <a:gd name="connsiteY21" fmla="*/ 870589 h 1234146"/>
                <a:gd name="connsiteX22" fmla="*/ 1277957 w 5971142"/>
                <a:gd name="connsiteY22" fmla="*/ 947707 h 1234146"/>
                <a:gd name="connsiteX23" fmla="*/ 1311007 w 5971142"/>
                <a:gd name="connsiteY23" fmla="*/ 980758 h 1234146"/>
                <a:gd name="connsiteX24" fmla="*/ 1333041 w 5971142"/>
                <a:gd name="connsiteY24" fmla="*/ 1013809 h 1234146"/>
                <a:gd name="connsiteX25" fmla="*/ 1366092 w 5971142"/>
                <a:gd name="connsiteY25" fmla="*/ 1035842 h 1234146"/>
                <a:gd name="connsiteX26" fmla="*/ 1443210 w 5971142"/>
                <a:gd name="connsiteY26" fmla="*/ 1079910 h 1234146"/>
                <a:gd name="connsiteX27" fmla="*/ 1542362 w 5971142"/>
                <a:gd name="connsiteY27" fmla="*/ 1123977 h 1234146"/>
                <a:gd name="connsiteX28" fmla="*/ 1652530 w 5971142"/>
                <a:gd name="connsiteY28" fmla="*/ 1168045 h 1234146"/>
                <a:gd name="connsiteX29" fmla="*/ 1839817 w 5971142"/>
                <a:gd name="connsiteY29" fmla="*/ 1190078 h 1234146"/>
                <a:gd name="connsiteX30" fmla="*/ 2016087 w 5971142"/>
                <a:gd name="connsiteY30" fmla="*/ 1212112 h 1234146"/>
                <a:gd name="connsiteX31" fmla="*/ 2093205 w 5971142"/>
                <a:gd name="connsiteY31" fmla="*/ 1223129 h 1234146"/>
                <a:gd name="connsiteX32" fmla="*/ 2192357 w 5971142"/>
                <a:gd name="connsiteY32" fmla="*/ 1234146 h 1234146"/>
                <a:gd name="connsiteX33" fmla="*/ 2346593 w 5971142"/>
                <a:gd name="connsiteY33" fmla="*/ 1212112 h 1234146"/>
                <a:gd name="connsiteX34" fmla="*/ 2412694 w 5971142"/>
                <a:gd name="connsiteY34" fmla="*/ 1190078 h 1234146"/>
                <a:gd name="connsiteX35" fmla="*/ 2456762 w 5971142"/>
                <a:gd name="connsiteY35" fmla="*/ 1179062 h 1234146"/>
                <a:gd name="connsiteX36" fmla="*/ 2511846 w 5971142"/>
                <a:gd name="connsiteY36" fmla="*/ 1168045 h 1234146"/>
                <a:gd name="connsiteX37" fmla="*/ 2577947 w 5971142"/>
                <a:gd name="connsiteY37" fmla="*/ 1146011 h 1234146"/>
                <a:gd name="connsiteX38" fmla="*/ 2633032 w 5971142"/>
                <a:gd name="connsiteY38" fmla="*/ 1134994 h 1234146"/>
                <a:gd name="connsiteX39" fmla="*/ 2666082 w 5971142"/>
                <a:gd name="connsiteY39" fmla="*/ 1123977 h 1234146"/>
                <a:gd name="connsiteX40" fmla="*/ 2732183 w 5971142"/>
                <a:gd name="connsiteY40" fmla="*/ 1112960 h 1234146"/>
                <a:gd name="connsiteX41" fmla="*/ 2798285 w 5971142"/>
                <a:gd name="connsiteY41" fmla="*/ 1090927 h 1234146"/>
                <a:gd name="connsiteX42" fmla="*/ 2831335 w 5971142"/>
                <a:gd name="connsiteY42" fmla="*/ 1068893 h 1234146"/>
                <a:gd name="connsiteX43" fmla="*/ 2919470 w 5971142"/>
                <a:gd name="connsiteY43" fmla="*/ 1035842 h 1234146"/>
                <a:gd name="connsiteX44" fmla="*/ 3062689 w 5971142"/>
                <a:gd name="connsiteY44" fmla="*/ 925674 h 1234146"/>
                <a:gd name="connsiteX45" fmla="*/ 3139807 w 5971142"/>
                <a:gd name="connsiteY45" fmla="*/ 892623 h 1234146"/>
                <a:gd name="connsiteX46" fmla="*/ 3172858 w 5971142"/>
                <a:gd name="connsiteY46" fmla="*/ 859572 h 1234146"/>
                <a:gd name="connsiteX47" fmla="*/ 3238959 w 5971142"/>
                <a:gd name="connsiteY47" fmla="*/ 815505 h 1234146"/>
                <a:gd name="connsiteX48" fmla="*/ 3272010 w 5971142"/>
                <a:gd name="connsiteY48" fmla="*/ 793471 h 1234146"/>
                <a:gd name="connsiteX49" fmla="*/ 3338111 w 5971142"/>
                <a:gd name="connsiteY49" fmla="*/ 738387 h 1234146"/>
                <a:gd name="connsiteX50" fmla="*/ 3382179 w 5971142"/>
                <a:gd name="connsiteY50" fmla="*/ 716353 h 1234146"/>
                <a:gd name="connsiteX51" fmla="*/ 3426246 w 5971142"/>
                <a:gd name="connsiteY51" fmla="*/ 683303 h 1234146"/>
                <a:gd name="connsiteX52" fmla="*/ 3481330 w 5971142"/>
                <a:gd name="connsiteY52" fmla="*/ 661269 h 1234146"/>
                <a:gd name="connsiteX53" fmla="*/ 3547432 w 5971142"/>
                <a:gd name="connsiteY53" fmla="*/ 628218 h 1234146"/>
                <a:gd name="connsiteX54" fmla="*/ 3602516 w 5971142"/>
                <a:gd name="connsiteY54" fmla="*/ 584151 h 1234146"/>
                <a:gd name="connsiteX55" fmla="*/ 3668617 w 5971142"/>
                <a:gd name="connsiteY55" fmla="*/ 540083 h 1234146"/>
                <a:gd name="connsiteX56" fmla="*/ 3712685 w 5971142"/>
                <a:gd name="connsiteY56" fmla="*/ 507033 h 1234146"/>
                <a:gd name="connsiteX57" fmla="*/ 3745735 w 5971142"/>
                <a:gd name="connsiteY57" fmla="*/ 496016 h 1234146"/>
                <a:gd name="connsiteX58" fmla="*/ 3822853 w 5971142"/>
                <a:gd name="connsiteY58" fmla="*/ 440932 h 1234146"/>
                <a:gd name="connsiteX59" fmla="*/ 3888954 w 5971142"/>
                <a:gd name="connsiteY59" fmla="*/ 396864 h 1234146"/>
                <a:gd name="connsiteX60" fmla="*/ 3922005 w 5971142"/>
                <a:gd name="connsiteY60" fmla="*/ 374830 h 1234146"/>
                <a:gd name="connsiteX61" fmla="*/ 3988106 w 5971142"/>
                <a:gd name="connsiteY61" fmla="*/ 341780 h 1234146"/>
                <a:gd name="connsiteX62" fmla="*/ 4065224 w 5971142"/>
                <a:gd name="connsiteY62" fmla="*/ 319746 h 1234146"/>
                <a:gd name="connsiteX63" fmla="*/ 4131326 w 5971142"/>
                <a:gd name="connsiteY63" fmla="*/ 297712 h 1234146"/>
                <a:gd name="connsiteX64" fmla="*/ 4175393 w 5971142"/>
                <a:gd name="connsiteY64" fmla="*/ 286695 h 1234146"/>
                <a:gd name="connsiteX65" fmla="*/ 4274545 w 5971142"/>
                <a:gd name="connsiteY65" fmla="*/ 242628 h 1234146"/>
                <a:gd name="connsiteX66" fmla="*/ 4307595 w 5971142"/>
                <a:gd name="connsiteY66" fmla="*/ 231611 h 1234146"/>
                <a:gd name="connsiteX67" fmla="*/ 4340646 w 5971142"/>
                <a:gd name="connsiteY67" fmla="*/ 209577 h 1234146"/>
                <a:gd name="connsiteX68" fmla="*/ 4384713 w 5971142"/>
                <a:gd name="connsiteY68" fmla="*/ 198560 h 1234146"/>
                <a:gd name="connsiteX69" fmla="*/ 4450815 w 5971142"/>
                <a:gd name="connsiteY69" fmla="*/ 176527 h 1234146"/>
                <a:gd name="connsiteX70" fmla="*/ 4549967 w 5971142"/>
                <a:gd name="connsiteY70" fmla="*/ 165510 h 1234146"/>
                <a:gd name="connsiteX71" fmla="*/ 4682169 w 5971142"/>
                <a:gd name="connsiteY71" fmla="*/ 143476 h 1234146"/>
                <a:gd name="connsiteX72" fmla="*/ 5034709 w 5971142"/>
                <a:gd name="connsiteY72" fmla="*/ 132459 h 1234146"/>
                <a:gd name="connsiteX73" fmla="*/ 5100810 w 5971142"/>
                <a:gd name="connsiteY73" fmla="*/ 121442 h 1234146"/>
                <a:gd name="connsiteX74" fmla="*/ 5155894 w 5971142"/>
                <a:gd name="connsiteY74" fmla="*/ 110425 h 1234146"/>
                <a:gd name="connsiteX75" fmla="*/ 5409282 w 5971142"/>
                <a:gd name="connsiteY75" fmla="*/ 154493 h 1234146"/>
                <a:gd name="connsiteX76" fmla="*/ 5563518 w 5971142"/>
                <a:gd name="connsiteY76" fmla="*/ 176527 h 1234146"/>
                <a:gd name="connsiteX77" fmla="*/ 5640636 w 5971142"/>
                <a:gd name="connsiteY77" fmla="*/ 187544 h 1234146"/>
                <a:gd name="connsiteX78" fmla="*/ 5971142 w 5971142"/>
                <a:gd name="connsiteY78" fmla="*/ 187544 h 123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971142" h="1234146">
                  <a:moveTo>
                    <a:pt x="0" y="257"/>
                  </a:moveTo>
                  <a:cubicBezTo>
                    <a:pt x="174414" y="25174"/>
                    <a:pt x="-37255" y="257"/>
                    <a:pt x="253388" y="257"/>
                  </a:cubicBezTo>
                  <a:cubicBezTo>
                    <a:pt x="348938" y="257"/>
                    <a:pt x="444347" y="7602"/>
                    <a:pt x="539827" y="11274"/>
                  </a:cubicBezTo>
                  <a:cubicBezTo>
                    <a:pt x="610520" y="1175"/>
                    <a:pt x="623370" y="-8006"/>
                    <a:pt x="694063" y="11274"/>
                  </a:cubicBezTo>
                  <a:cubicBezTo>
                    <a:pt x="709907" y="15595"/>
                    <a:pt x="722753" y="27541"/>
                    <a:pt x="738130" y="33307"/>
                  </a:cubicBezTo>
                  <a:cubicBezTo>
                    <a:pt x="752307" y="38623"/>
                    <a:pt x="767509" y="40652"/>
                    <a:pt x="782198" y="44324"/>
                  </a:cubicBezTo>
                  <a:cubicBezTo>
                    <a:pt x="795890" y="55278"/>
                    <a:pt x="856142" y="100155"/>
                    <a:pt x="870333" y="121442"/>
                  </a:cubicBezTo>
                  <a:cubicBezTo>
                    <a:pt x="876775" y="131105"/>
                    <a:pt x="876157" y="144106"/>
                    <a:pt x="881350" y="154493"/>
                  </a:cubicBezTo>
                  <a:cubicBezTo>
                    <a:pt x="887271" y="166336"/>
                    <a:pt x="897462" y="175701"/>
                    <a:pt x="903383" y="187544"/>
                  </a:cubicBezTo>
                  <a:cubicBezTo>
                    <a:pt x="908576" y="197931"/>
                    <a:pt x="909207" y="210207"/>
                    <a:pt x="914400" y="220594"/>
                  </a:cubicBezTo>
                  <a:cubicBezTo>
                    <a:pt x="920322" y="232437"/>
                    <a:pt x="931056" y="241545"/>
                    <a:pt x="936434" y="253645"/>
                  </a:cubicBezTo>
                  <a:cubicBezTo>
                    <a:pt x="945867" y="274869"/>
                    <a:pt x="945585" y="300421"/>
                    <a:pt x="958468" y="319746"/>
                  </a:cubicBezTo>
                  <a:cubicBezTo>
                    <a:pt x="965812" y="330763"/>
                    <a:pt x="974580" y="340954"/>
                    <a:pt x="980501" y="352797"/>
                  </a:cubicBezTo>
                  <a:cubicBezTo>
                    <a:pt x="985694" y="363184"/>
                    <a:pt x="986944" y="375173"/>
                    <a:pt x="991518" y="385847"/>
                  </a:cubicBezTo>
                  <a:cubicBezTo>
                    <a:pt x="997987" y="400942"/>
                    <a:pt x="1007083" y="414820"/>
                    <a:pt x="1013552" y="429915"/>
                  </a:cubicBezTo>
                  <a:cubicBezTo>
                    <a:pt x="1018126" y="440589"/>
                    <a:pt x="1019376" y="452578"/>
                    <a:pt x="1024569" y="462965"/>
                  </a:cubicBezTo>
                  <a:cubicBezTo>
                    <a:pt x="1064316" y="542457"/>
                    <a:pt x="1030011" y="443520"/>
                    <a:pt x="1068636" y="540083"/>
                  </a:cubicBezTo>
                  <a:cubicBezTo>
                    <a:pt x="1077262" y="561648"/>
                    <a:pt x="1077786" y="586860"/>
                    <a:pt x="1090670" y="606185"/>
                  </a:cubicBezTo>
                  <a:lnTo>
                    <a:pt x="1134738" y="672286"/>
                  </a:lnTo>
                  <a:cubicBezTo>
                    <a:pt x="1174907" y="792800"/>
                    <a:pt x="1110846" y="610268"/>
                    <a:pt x="1167788" y="738387"/>
                  </a:cubicBezTo>
                  <a:cubicBezTo>
                    <a:pt x="1177221" y="759611"/>
                    <a:pt x="1176939" y="785163"/>
                    <a:pt x="1189822" y="804488"/>
                  </a:cubicBezTo>
                  <a:cubicBezTo>
                    <a:pt x="1204511" y="826522"/>
                    <a:pt x="1222046" y="846904"/>
                    <a:pt x="1233889" y="870589"/>
                  </a:cubicBezTo>
                  <a:cubicBezTo>
                    <a:pt x="1247360" y="897532"/>
                    <a:pt x="1258490" y="924347"/>
                    <a:pt x="1277957" y="947707"/>
                  </a:cubicBezTo>
                  <a:cubicBezTo>
                    <a:pt x="1287931" y="959676"/>
                    <a:pt x="1301033" y="968789"/>
                    <a:pt x="1311007" y="980758"/>
                  </a:cubicBezTo>
                  <a:cubicBezTo>
                    <a:pt x="1319483" y="990930"/>
                    <a:pt x="1323678" y="1004446"/>
                    <a:pt x="1333041" y="1013809"/>
                  </a:cubicBezTo>
                  <a:cubicBezTo>
                    <a:pt x="1342404" y="1023171"/>
                    <a:pt x="1355318" y="1028146"/>
                    <a:pt x="1366092" y="1035842"/>
                  </a:cubicBezTo>
                  <a:cubicBezTo>
                    <a:pt x="1424454" y="1077529"/>
                    <a:pt x="1389574" y="1062031"/>
                    <a:pt x="1443210" y="1079910"/>
                  </a:cubicBezTo>
                  <a:cubicBezTo>
                    <a:pt x="1540434" y="1144728"/>
                    <a:pt x="1385027" y="1045308"/>
                    <a:pt x="1542362" y="1123977"/>
                  </a:cubicBezTo>
                  <a:cubicBezTo>
                    <a:pt x="1576399" y="1140996"/>
                    <a:pt x="1614412" y="1162599"/>
                    <a:pt x="1652530" y="1168045"/>
                  </a:cubicBezTo>
                  <a:cubicBezTo>
                    <a:pt x="1819784" y="1191939"/>
                    <a:pt x="1627628" y="1165595"/>
                    <a:pt x="1839817" y="1190078"/>
                  </a:cubicBezTo>
                  <a:lnTo>
                    <a:pt x="2016087" y="1212112"/>
                  </a:lnTo>
                  <a:lnTo>
                    <a:pt x="2093205" y="1223129"/>
                  </a:lnTo>
                  <a:cubicBezTo>
                    <a:pt x="2126202" y="1227254"/>
                    <a:pt x="2159306" y="1230474"/>
                    <a:pt x="2192357" y="1234146"/>
                  </a:cubicBezTo>
                  <a:cubicBezTo>
                    <a:pt x="2218444" y="1230885"/>
                    <a:pt x="2314824" y="1220054"/>
                    <a:pt x="2346593" y="1212112"/>
                  </a:cubicBezTo>
                  <a:cubicBezTo>
                    <a:pt x="2369125" y="1206479"/>
                    <a:pt x="2390162" y="1195711"/>
                    <a:pt x="2412694" y="1190078"/>
                  </a:cubicBezTo>
                  <a:cubicBezTo>
                    <a:pt x="2427383" y="1186406"/>
                    <a:pt x="2441981" y="1182347"/>
                    <a:pt x="2456762" y="1179062"/>
                  </a:cubicBezTo>
                  <a:cubicBezTo>
                    <a:pt x="2475041" y="1175000"/>
                    <a:pt x="2493781" y="1172972"/>
                    <a:pt x="2511846" y="1168045"/>
                  </a:cubicBezTo>
                  <a:cubicBezTo>
                    <a:pt x="2534253" y="1161934"/>
                    <a:pt x="2555172" y="1150566"/>
                    <a:pt x="2577947" y="1146011"/>
                  </a:cubicBezTo>
                  <a:cubicBezTo>
                    <a:pt x="2596309" y="1142339"/>
                    <a:pt x="2614866" y="1139536"/>
                    <a:pt x="2633032" y="1134994"/>
                  </a:cubicBezTo>
                  <a:cubicBezTo>
                    <a:pt x="2644298" y="1132177"/>
                    <a:pt x="2654746" y="1126496"/>
                    <a:pt x="2666082" y="1123977"/>
                  </a:cubicBezTo>
                  <a:cubicBezTo>
                    <a:pt x="2687888" y="1119131"/>
                    <a:pt x="2710512" y="1118378"/>
                    <a:pt x="2732183" y="1112960"/>
                  </a:cubicBezTo>
                  <a:cubicBezTo>
                    <a:pt x="2754715" y="1107327"/>
                    <a:pt x="2798285" y="1090927"/>
                    <a:pt x="2798285" y="1090927"/>
                  </a:cubicBezTo>
                  <a:cubicBezTo>
                    <a:pt x="2809302" y="1083582"/>
                    <a:pt x="2819492" y="1074814"/>
                    <a:pt x="2831335" y="1068893"/>
                  </a:cubicBezTo>
                  <a:cubicBezTo>
                    <a:pt x="2857679" y="1055721"/>
                    <a:pt x="2890867" y="1045377"/>
                    <a:pt x="2919470" y="1035842"/>
                  </a:cubicBezTo>
                  <a:cubicBezTo>
                    <a:pt x="2960717" y="994597"/>
                    <a:pt x="3007373" y="944113"/>
                    <a:pt x="3062689" y="925674"/>
                  </a:cubicBezTo>
                  <a:cubicBezTo>
                    <a:pt x="3089662" y="916683"/>
                    <a:pt x="3115982" y="909641"/>
                    <a:pt x="3139807" y="892623"/>
                  </a:cubicBezTo>
                  <a:cubicBezTo>
                    <a:pt x="3152485" y="883567"/>
                    <a:pt x="3160560" y="869137"/>
                    <a:pt x="3172858" y="859572"/>
                  </a:cubicBezTo>
                  <a:cubicBezTo>
                    <a:pt x="3193761" y="843314"/>
                    <a:pt x="3216925" y="830194"/>
                    <a:pt x="3238959" y="815505"/>
                  </a:cubicBezTo>
                  <a:cubicBezTo>
                    <a:pt x="3249976" y="808160"/>
                    <a:pt x="3262647" y="802834"/>
                    <a:pt x="3272010" y="793471"/>
                  </a:cubicBezTo>
                  <a:cubicBezTo>
                    <a:pt x="3302391" y="763090"/>
                    <a:pt x="3302322" y="758838"/>
                    <a:pt x="3338111" y="738387"/>
                  </a:cubicBezTo>
                  <a:cubicBezTo>
                    <a:pt x="3352370" y="730239"/>
                    <a:pt x="3368252" y="725057"/>
                    <a:pt x="3382179" y="716353"/>
                  </a:cubicBezTo>
                  <a:cubicBezTo>
                    <a:pt x="3397749" y="706622"/>
                    <a:pt x="3410195" y="692220"/>
                    <a:pt x="3426246" y="683303"/>
                  </a:cubicBezTo>
                  <a:cubicBezTo>
                    <a:pt x="3443533" y="673699"/>
                    <a:pt x="3463642" y="670113"/>
                    <a:pt x="3481330" y="661269"/>
                  </a:cubicBezTo>
                  <a:cubicBezTo>
                    <a:pt x="3566754" y="618556"/>
                    <a:pt x="3464360" y="655909"/>
                    <a:pt x="3547432" y="628218"/>
                  </a:cubicBezTo>
                  <a:cubicBezTo>
                    <a:pt x="3588143" y="567151"/>
                    <a:pt x="3546172" y="615454"/>
                    <a:pt x="3602516" y="584151"/>
                  </a:cubicBezTo>
                  <a:cubicBezTo>
                    <a:pt x="3625665" y="571290"/>
                    <a:pt x="3646583" y="554772"/>
                    <a:pt x="3668617" y="540083"/>
                  </a:cubicBezTo>
                  <a:cubicBezTo>
                    <a:pt x="3683895" y="529898"/>
                    <a:pt x="3696743" y="516143"/>
                    <a:pt x="3712685" y="507033"/>
                  </a:cubicBezTo>
                  <a:cubicBezTo>
                    <a:pt x="3722768" y="501272"/>
                    <a:pt x="3734718" y="499688"/>
                    <a:pt x="3745735" y="496016"/>
                  </a:cubicBezTo>
                  <a:cubicBezTo>
                    <a:pt x="3810385" y="409816"/>
                    <a:pt x="3742407" y="481155"/>
                    <a:pt x="3822853" y="440932"/>
                  </a:cubicBezTo>
                  <a:cubicBezTo>
                    <a:pt x="3846539" y="429089"/>
                    <a:pt x="3866920" y="411553"/>
                    <a:pt x="3888954" y="396864"/>
                  </a:cubicBezTo>
                  <a:cubicBezTo>
                    <a:pt x="3899971" y="389519"/>
                    <a:pt x="3909444" y="379017"/>
                    <a:pt x="3922005" y="374830"/>
                  </a:cubicBezTo>
                  <a:cubicBezTo>
                    <a:pt x="4005081" y="347138"/>
                    <a:pt x="3902680" y="384493"/>
                    <a:pt x="3988106" y="341780"/>
                  </a:cubicBezTo>
                  <a:cubicBezTo>
                    <a:pt x="4006618" y="332524"/>
                    <a:pt x="4047575" y="325041"/>
                    <a:pt x="4065224" y="319746"/>
                  </a:cubicBezTo>
                  <a:cubicBezTo>
                    <a:pt x="4087470" y="313072"/>
                    <a:pt x="4108794" y="303345"/>
                    <a:pt x="4131326" y="297712"/>
                  </a:cubicBezTo>
                  <a:cubicBezTo>
                    <a:pt x="4146015" y="294040"/>
                    <a:pt x="4160834" y="290855"/>
                    <a:pt x="4175393" y="286695"/>
                  </a:cubicBezTo>
                  <a:cubicBezTo>
                    <a:pt x="4227508" y="271805"/>
                    <a:pt x="4207192" y="272562"/>
                    <a:pt x="4274545" y="242628"/>
                  </a:cubicBezTo>
                  <a:cubicBezTo>
                    <a:pt x="4285157" y="237912"/>
                    <a:pt x="4297208" y="236804"/>
                    <a:pt x="4307595" y="231611"/>
                  </a:cubicBezTo>
                  <a:cubicBezTo>
                    <a:pt x="4319438" y="225689"/>
                    <a:pt x="4328476" y="214793"/>
                    <a:pt x="4340646" y="209577"/>
                  </a:cubicBezTo>
                  <a:cubicBezTo>
                    <a:pt x="4354563" y="203613"/>
                    <a:pt x="4370210" y="202911"/>
                    <a:pt x="4384713" y="198560"/>
                  </a:cubicBezTo>
                  <a:cubicBezTo>
                    <a:pt x="4406959" y="191886"/>
                    <a:pt x="4427731" y="179092"/>
                    <a:pt x="4450815" y="176527"/>
                  </a:cubicBezTo>
                  <a:cubicBezTo>
                    <a:pt x="4483866" y="172855"/>
                    <a:pt x="4517047" y="170213"/>
                    <a:pt x="4549967" y="165510"/>
                  </a:cubicBezTo>
                  <a:cubicBezTo>
                    <a:pt x="4594193" y="159192"/>
                    <a:pt x="4637516" y="144871"/>
                    <a:pt x="4682169" y="143476"/>
                  </a:cubicBezTo>
                  <a:lnTo>
                    <a:pt x="5034709" y="132459"/>
                  </a:lnTo>
                  <a:lnTo>
                    <a:pt x="5100810" y="121442"/>
                  </a:lnTo>
                  <a:cubicBezTo>
                    <a:pt x="5119233" y="118092"/>
                    <a:pt x="5137192" y="109490"/>
                    <a:pt x="5155894" y="110425"/>
                  </a:cubicBezTo>
                  <a:cubicBezTo>
                    <a:pt x="5362548" y="120758"/>
                    <a:pt x="5261031" y="127538"/>
                    <a:pt x="5409282" y="154493"/>
                  </a:cubicBezTo>
                  <a:cubicBezTo>
                    <a:pt x="5460378" y="163783"/>
                    <a:pt x="5512106" y="169182"/>
                    <a:pt x="5563518" y="176527"/>
                  </a:cubicBezTo>
                  <a:cubicBezTo>
                    <a:pt x="5589224" y="180199"/>
                    <a:pt x="5614669" y="187544"/>
                    <a:pt x="5640636" y="187544"/>
                  </a:cubicBezTo>
                  <a:lnTo>
                    <a:pt x="5971142" y="187544"/>
                  </a:lnTo>
                </a:path>
              </a:pathLst>
            </a:custGeom>
            <a:noFill/>
            <a:ln>
              <a:solidFill>
                <a:srgbClr val="9A63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5336C77-8751-CAE5-6722-C258A28FC7C6}"/>
                </a:ext>
              </a:extLst>
            </p:cNvPr>
            <p:cNvCxnSpPr>
              <a:cxnSpLocks/>
              <a:stCxn id="29" idx="4"/>
              <a:endCxn id="29" idx="71"/>
            </p:cNvCxnSpPr>
            <p:nvPr/>
          </p:nvCxnSpPr>
          <p:spPr>
            <a:xfrm>
              <a:off x="7884747" y="3273210"/>
              <a:ext cx="1973528" cy="55127"/>
            </a:xfrm>
            <a:prstGeom prst="straightConnector1">
              <a:avLst/>
            </a:prstGeom>
            <a:ln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loud 30">
              <a:extLst>
                <a:ext uri="{FF2B5EF4-FFF2-40B4-BE49-F238E27FC236}">
                  <a16:creationId xmlns:a16="http://schemas.microsoft.com/office/drawing/2014/main" id="{6CFF40E4-CC57-A72F-9B4C-38ECB74CA5B7}"/>
                </a:ext>
              </a:extLst>
            </p:cNvPr>
            <p:cNvSpPr/>
            <p:nvPr/>
          </p:nvSpPr>
          <p:spPr>
            <a:xfrm>
              <a:off x="8644057" y="3747000"/>
              <a:ext cx="238177" cy="127089"/>
            </a:xfrm>
            <a:prstGeom prst="clou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sp>
          <p:nvSpPr>
            <p:cNvPr id="32" name="Cloud 31">
              <a:extLst>
                <a:ext uri="{FF2B5EF4-FFF2-40B4-BE49-F238E27FC236}">
                  <a16:creationId xmlns:a16="http://schemas.microsoft.com/office/drawing/2014/main" id="{DCF9AA4A-2846-9F5B-57C3-6C073AD5388D}"/>
                </a:ext>
              </a:extLst>
            </p:cNvPr>
            <p:cNvSpPr/>
            <p:nvPr/>
          </p:nvSpPr>
          <p:spPr>
            <a:xfrm rot="1035449">
              <a:off x="8168749" y="3683455"/>
              <a:ext cx="238177" cy="127089"/>
            </a:xfrm>
            <a:prstGeom prst="clou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D0306B9-4C4B-26F3-7088-04999069649C}"/>
                </a:ext>
              </a:extLst>
            </p:cNvPr>
            <p:cNvGrpSpPr/>
            <p:nvPr/>
          </p:nvGrpSpPr>
          <p:grpSpPr>
            <a:xfrm>
              <a:off x="9145288" y="3179709"/>
              <a:ext cx="203571" cy="249069"/>
              <a:chOff x="4843714" y="3669119"/>
              <a:chExt cx="406830" cy="497757"/>
            </a:xfrm>
            <a:solidFill>
              <a:srgbClr val="7030A0"/>
            </a:solidFill>
          </p:grpSpPr>
          <p:sp>
            <p:nvSpPr>
              <p:cNvPr id="37" name="Down Arrow 36">
                <a:extLst>
                  <a:ext uri="{FF2B5EF4-FFF2-40B4-BE49-F238E27FC236}">
                    <a16:creationId xmlns:a16="http://schemas.microsoft.com/office/drawing/2014/main" id="{D4F19158-BD98-625F-E3AB-7C895288FCFA}"/>
                  </a:ext>
                </a:extLst>
              </p:cNvPr>
              <p:cNvSpPr/>
              <p:nvPr/>
            </p:nvSpPr>
            <p:spPr>
              <a:xfrm rot="10800000">
                <a:off x="4843714" y="3669119"/>
                <a:ext cx="143197" cy="446353"/>
              </a:xfrm>
              <a:prstGeom prst="downArrow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38" name="Down Arrow 37">
                <a:extLst>
                  <a:ext uri="{FF2B5EF4-FFF2-40B4-BE49-F238E27FC236}">
                    <a16:creationId xmlns:a16="http://schemas.microsoft.com/office/drawing/2014/main" id="{6664834D-4FDF-79A0-733C-B6274A8A7D17}"/>
                  </a:ext>
                </a:extLst>
              </p:cNvPr>
              <p:cNvSpPr/>
              <p:nvPr/>
            </p:nvSpPr>
            <p:spPr>
              <a:xfrm flipH="1">
                <a:off x="5107347" y="3720523"/>
                <a:ext cx="143197" cy="446353"/>
              </a:xfrm>
              <a:prstGeom prst="downArrow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E5BB5F1-A006-E36A-E50C-D1A7FEB1A458}"/>
                </a:ext>
              </a:extLst>
            </p:cNvPr>
            <p:cNvGrpSpPr/>
            <p:nvPr/>
          </p:nvGrpSpPr>
          <p:grpSpPr>
            <a:xfrm>
              <a:off x="1982757" y="3946612"/>
              <a:ext cx="1074822" cy="1031829"/>
              <a:chOff x="144304" y="3034095"/>
              <a:chExt cx="937450" cy="984322"/>
            </a:xfrm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9940456F-2A9A-B0E5-7A02-93040588281D}"/>
                  </a:ext>
                </a:extLst>
              </p:cNvPr>
              <p:cNvSpPr/>
              <p:nvPr/>
            </p:nvSpPr>
            <p:spPr>
              <a:xfrm>
                <a:off x="197708" y="3089189"/>
                <a:ext cx="591453" cy="929228"/>
              </a:xfrm>
              <a:custGeom>
                <a:avLst/>
                <a:gdLst>
                  <a:gd name="connsiteX0" fmla="*/ 0 w 591453"/>
                  <a:gd name="connsiteY0" fmla="*/ 0 h 929228"/>
                  <a:gd name="connsiteX1" fmla="*/ 261963 w 591453"/>
                  <a:gd name="connsiteY1" fmla="*/ 227365 h 929228"/>
                  <a:gd name="connsiteX2" fmla="*/ 192766 w 591453"/>
                  <a:gd name="connsiteY2" fmla="*/ 583239 h 929228"/>
                  <a:gd name="connsiteX3" fmla="*/ 533812 w 591453"/>
                  <a:gd name="connsiteY3" fmla="*/ 726577 h 929228"/>
                  <a:gd name="connsiteX4" fmla="*/ 588182 w 591453"/>
                  <a:gd name="connsiteY4" fmla="*/ 929228 h 9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453" h="929228">
                    <a:moveTo>
                      <a:pt x="0" y="0"/>
                    </a:moveTo>
                    <a:cubicBezTo>
                      <a:pt x="114917" y="65079"/>
                      <a:pt x="229835" y="130159"/>
                      <a:pt x="261963" y="227365"/>
                    </a:cubicBezTo>
                    <a:cubicBezTo>
                      <a:pt x="294091" y="324572"/>
                      <a:pt x="147458" y="500037"/>
                      <a:pt x="192766" y="583239"/>
                    </a:cubicBezTo>
                    <a:cubicBezTo>
                      <a:pt x="238074" y="666441"/>
                      <a:pt x="467909" y="668912"/>
                      <a:pt x="533812" y="726577"/>
                    </a:cubicBezTo>
                    <a:cubicBezTo>
                      <a:pt x="599715" y="784242"/>
                      <a:pt x="593948" y="856735"/>
                      <a:pt x="588182" y="92922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41A8E73F-9012-E326-4B3E-A7696233AFA3}"/>
                  </a:ext>
                </a:extLst>
              </p:cNvPr>
              <p:cNvSpPr/>
              <p:nvPr/>
            </p:nvSpPr>
            <p:spPr>
              <a:xfrm>
                <a:off x="453885" y="3034095"/>
                <a:ext cx="369177" cy="278319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37662">
                    <a:moveTo>
                      <a:pt x="0" y="337662"/>
                    </a:moveTo>
                    <a:cubicBezTo>
                      <a:pt x="16475" y="281232"/>
                      <a:pt x="32951" y="224803"/>
                      <a:pt x="64255" y="199266"/>
                    </a:cubicBezTo>
                    <a:cubicBezTo>
                      <a:pt x="95559" y="173729"/>
                      <a:pt x="152399" y="216566"/>
                      <a:pt x="187822" y="184438"/>
                    </a:cubicBezTo>
                    <a:cubicBezTo>
                      <a:pt x="223245" y="152310"/>
                      <a:pt x="225716" y="27918"/>
                      <a:pt x="276791" y="6500"/>
                    </a:cubicBezTo>
                    <a:cubicBezTo>
                      <a:pt x="327866" y="-14919"/>
                      <a:pt x="411068" y="20504"/>
                      <a:pt x="494270" y="5592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2FF01C0E-C1F6-12C1-4AA0-B3ED71AF3A50}"/>
                  </a:ext>
                </a:extLst>
              </p:cNvPr>
              <p:cNvSpPr/>
              <p:nvPr/>
            </p:nvSpPr>
            <p:spPr>
              <a:xfrm rot="14296832">
                <a:off x="54296" y="3223213"/>
                <a:ext cx="397023" cy="21700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6320 h 286320"/>
                  <a:gd name="connsiteX1" fmla="*/ 64255 w 494270"/>
                  <a:gd name="connsiteY1" fmla="*/ 147924 h 286320"/>
                  <a:gd name="connsiteX2" fmla="*/ 187822 w 494270"/>
                  <a:gd name="connsiteY2" fmla="*/ 133096 h 286320"/>
                  <a:gd name="connsiteX3" fmla="*/ 302594 w 494270"/>
                  <a:gd name="connsiteY3" fmla="*/ 171390 h 286320"/>
                  <a:gd name="connsiteX4" fmla="*/ 494270 w 494270"/>
                  <a:gd name="connsiteY4" fmla="*/ 4585 h 286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86320">
                    <a:moveTo>
                      <a:pt x="0" y="286320"/>
                    </a:moveTo>
                    <a:cubicBezTo>
                      <a:pt x="16475" y="229890"/>
                      <a:pt x="32951" y="173461"/>
                      <a:pt x="64255" y="147924"/>
                    </a:cubicBezTo>
                    <a:cubicBezTo>
                      <a:pt x="95559" y="122387"/>
                      <a:pt x="148099" y="129185"/>
                      <a:pt x="187822" y="133096"/>
                    </a:cubicBezTo>
                    <a:cubicBezTo>
                      <a:pt x="227545" y="137007"/>
                      <a:pt x="251519" y="192808"/>
                      <a:pt x="302594" y="171390"/>
                    </a:cubicBezTo>
                    <a:cubicBezTo>
                      <a:pt x="353669" y="149971"/>
                      <a:pt x="411068" y="-30838"/>
                      <a:pt x="494270" y="458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C9C00A43-5D4B-9127-9189-7A825E6790DE}"/>
                  </a:ext>
                </a:extLst>
              </p:cNvPr>
              <p:cNvSpPr/>
              <p:nvPr/>
            </p:nvSpPr>
            <p:spPr>
              <a:xfrm rot="11716960">
                <a:off x="442621" y="3304274"/>
                <a:ext cx="247497" cy="295924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157811 w 494270"/>
                  <a:gd name="connsiteY1" fmla="*/ 257982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14144 w 494270"/>
                  <a:gd name="connsiteY2" fmla="*/ 44448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62695 w 494270"/>
                  <a:gd name="connsiteY2" fmla="*/ 114405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94832">
                    <a:moveTo>
                      <a:pt x="0" y="294832"/>
                    </a:moveTo>
                    <a:cubicBezTo>
                      <a:pt x="16475" y="238402"/>
                      <a:pt x="130695" y="245223"/>
                      <a:pt x="157811" y="215152"/>
                    </a:cubicBezTo>
                    <a:cubicBezTo>
                      <a:pt x="184927" y="185081"/>
                      <a:pt x="135493" y="142859"/>
                      <a:pt x="162695" y="114405"/>
                    </a:cubicBezTo>
                    <a:cubicBezTo>
                      <a:pt x="189897" y="85951"/>
                      <a:pt x="269946" y="65843"/>
                      <a:pt x="321021" y="44425"/>
                    </a:cubicBezTo>
                    <a:cubicBezTo>
                      <a:pt x="372096" y="23006"/>
                      <a:pt x="411068" y="-22326"/>
                      <a:pt x="494270" y="1309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74A63C2-3FC0-9CE8-E577-E129FCA87A84}"/>
                  </a:ext>
                </a:extLst>
              </p:cNvPr>
              <p:cNvSpPr/>
              <p:nvPr/>
            </p:nvSpPr>
            <p:spPr>
              <a:xfrm rot="15286573">
                <a:off x="110674" y="3461640"/>
                <a:ext cx="351124" cy="25924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701221"/>
                  <a:gd name="connsiteY0" fmla="*/ 335222 h 335222"/>
                  <a:gd name="connsiteX1" fmla="*/ 64255 w 701221"/>
                  <a:gd name="connsiteY1" fmla="*/ 196826 h 335222"/>
                  <a:gd name="connsiteX2" fmla="*/ 187822 w 701221"/>
                  <a:gd name="connsiteY2" fmla="*/ 181998 h 335222"/>
                  <a:gd name="connsiteX3" fmla="*/ 276791 w 701221"/>
                  <a:gd name="connsiteY3" fmla="*/ 4060 h 335222"/>
                  <a:gd name="connsiteX4" fmla="*/ 701220 w 701221"/>
                  <a:gd name="connsiteY4" fmla="*/ 86686 h 335222"/>
                  <a:gd name="connsiteX0" fmla="*/ 0 w 701219"/>
                  <a:gd name="connsiteY0" fmla="*/ 258290 h 258290"/>
                  <a:gd name="connsiteX1" fmla="*/ 64255 w 701219"/>
                  <a:gd name="connsiteY1" fmla="*/ 119894 h 258290"/>
                  <a:gd name="connsiteX2" fmla="*/ 187822 w 701219"/>
                  <a:gd name="connsiteY2" fmla="*/ 105066 h 258290"/>
                  <a:gd name="connsiteX3" fmla="*/ 364382 w 701219"/>
                  <a:gd name="connsiteY3" fmla="*/ 66609 h 258290"/>
                  <a:gd name="connsiteX4" fmla="*/ 701220 w 701219"/>
                  <a:gd name="connsiteY4" fmla="*/ 9754 h 258290"/>
                  <a:gd name="connsiteX0" fmla="*/ 0 w 701221"/>
                  <a:gd name="connsiteY0" fmla="*/ 258290 h 258290"/>
                  <a:gd name="connsiteX1" fmla="*/ 159561 w 701221"/>
                  <a:gd name="connsiteY1" fmla="*/ 188973 h 258290"/>
                  <a:gd name="connsiteX2" fmla="*/ 187822 w 701221"/>
                  <a:gd name="connsiteY2" fmla="*/ 105066 h 258290"/>
                  <a:gd name="connsiteX3" fmla="*/ 364382 w 701221"/>
                  <a:gd name="connsiteY3" fmla="*/ 66609 h 258290"/>
                  <a:gd name="connsiteX4" fmla="*/ 701220 w 701221"/>
                  <a:gd name="connsiteY4" fmla="*/ 9754 h 258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221" h="258290">
                    <a:moveTo>
                      <a:pt x="0" y="258290"/>
                    </a:moveTo>
                    <a:cubicBezTo>
                      <a:pt x="16475" y="201860"/>
                      <a:pt x="128257" y="214510"/>
                      <a:pt x="159561" y="188973"/>
                    </a:cubicBezTo>
                    <a:cubicBezTo>
                      <a:pt x="190865" y="163436"/>
                      <a:pt x="153685" y="125460"/>
                      <a:pt x="187822" y="105066"/>
                    </a:cubicBezTo>
                    <a:cubicBezTo>
                      <a:pt x="221959" y="84672"/>
                      <a:pt x="313307" y="88027"/>
                      <a:pt x="364382" y="66609"/>
                    </a:cubicBezTo>
                    <a:cubicBezTo>
                      <a:pt x="415457" y="45190"/>
                      <a:pt x="618018" y="-25669"/>
                      <a:pt x="701220" y="975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4009D1A4-1EA7-D275-2B8B-03AD787E10DF}"/>
                  </a:ext>
                </a:extLst>
              </p:cNvPr>
              <p:cNvSpPr/>
              <p:nvPr/>
            </p:nvSpPr>
            <p:spPr>
              <a:xfrm>
                <a:off x="587484" y="3456433"/>
                <a:ext cx="494270" cy="317450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68051 w 494270"/>
                  <a:gd name="connsiteY2" fmla="*/ 105355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7715 h 287715"/>
                  <a:gd name="connsiteX1" fmla="*/ 64255 w 494270"/>
                  <a:gd name="connsiteY1" fmla="*/ 149319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287715 h 287715"/>
                  <a:gd name="connsiteX1" fmla="*/ 128510 w 494270"/>
                  <a:gd name="connsiteY1" fmla="*/ 218517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317450 h 317450"/>
                  <a:gd name="connsiteX1" fmla="*/ 128510 w 494270"/>
                  <a:gd name="connsiteY1" fmla="*/ 248252 h 317450"/>
                  <a:gd name="connsiteX2" fmla="*/ 168051 w 494270"/>
                  <a:gd name="connsiteY2" fmla="*/ 85143 h 317450"/>
                  <a:gd name="connsiteX3" fmla="*/ 281734 w 494270"/>
                  <a:gd name="connsiteY3" fmla="*/ 11001 h 317450"/>
                  <a:gd name="connsiteX4" fmla="*/ 494270 w 494270"/>
                  <a:gd name="connsiteY4" fmla="*/ 35715 h 31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17450">
                    <a:moveTo>
                      <a:pt x="0" y="317450"/>
                    </a:moveTo>
                    <a:cubicBezTo>
                      <a:pt x="16475" y="261020"/>
                      <a:pt x="100502" y="286970"/>
                      <a:pt x="128510" y="248252"/>
                    </a:cubicBezTo>
                    <a:cubicBezTo>
                      <a:pt x="156519" y="209534"/>
                      <a:pt x="142514" y="124685"/>
                      <a:pt x="168051" y="85143"/>
                    </a:cubicBezTo>
                    <a:cubicBezTo>
                      <a:pt x="193588" y="45601"/>
                      <a:pt x="230659" y="32419"/>
                      <a:pt x="281734" y="11001"/>
                    </a:cubicBezTo>
                    <a:cubicBezTo>
                      <a:pt x="332809" y="-10418"/>
                      <a:pt x="411068" y="292"/>
                      <a:pt x="494270" y="3571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9952977-968A-5E1C-C066-EFB1E8253639}"/>
                </a:ext>
              </a:extLst>
            </p:cNvPr>
            <p:cNvGrpSpPr/>
            <p:nvPr/>
          </p:nvGrpSpPr>
          <p:grpSpPr>
            <a:xfrm>
              <a:off x="5774394" y="3923422"/>
              <a:ext cx="1074822" cy="1031829"/>
              <a:chOff x="144304" y="3034095"/>
              <a:chExt cx="937450" cy="984322"/>
            </a:xfrm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0B01A997-644C-40B3-3709-3DFC4FFCE735}"/>
                  </a:ext>
                </a:extLst>
              </p:cNvPr>
              <p:cNvSpPr/>
              <p:nvPr/>
            </p:nvSpPr>
            <p:spPr>
              <a:xfrm>
                <a:off x="197708" y="3089189"/>
                <a:ext cx="591453" cy="929228"/>
              </a:xfrm>
              <a:custGeom>
                <a:avLst/>
                <a:gdLst>
                  <a:gd name="connsiteX0" fmla="*/ 0 w 591453"/>
                  <a:gd name="connsiteY0" fmla="*/ 0 h 929228"/>
                  <a:gd name="connsiteX1" fmla="*/ 261963 w 591453"/>
                  <a:gd name="connsiteY1" fmla="*/ 227365 h 929228"/>
                  <a:gd name="connsiteX2" fmla="*/ 192766 w 591453"/>
                  <a:gd name="connsiteY2" fmla="*/ 583239 h 929228"/>
                  <a:gd name="connsiteX3" fmla="*/ 533812 w 591453"/>
                  <a:gd name="connsiteY3" fmla="*/ 726577 h 929228"/>
                  <a:gd name="connsiteX4" fmla="*/ 588182 w 591453"/>
                  <a:gd name="connsiteY4" fmla="*/ 929228 h 9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453" h="929228">
                    <a:moveTo>
                      <a:pt x="0" y="0"/>
                    </a:moveTo>
                    <a:cubicBezTo>
                      <a:pt x="114917" y="65079"/>
                      <a:pt x="229835" y="130159"/>
                      <a:pt x="261963" y="227365"/>
                    </a:cubicBezTo>
                    <a:cubicBezTo>
                      <a:pt x="294091" y="324572"/>
                      <a:pt x="147458" y="500037"/>
                      <a:pt x="192766" y="583239"/>
                    </a:cubicBezTo>
                    <a:cubicBezTo>
                      <a:pt x="238074" y="666441"/>
                      <a:pt x="467909" y="668912"/>
                      <a:pt x="533812" y="726577"/>
                    </a:cubicBezTo>
                    <a:cubicBezTo>
                      <a:pt x="599715" y="784242"/>
                      <a:pt x="593948" y="856735"/>
                      <a:pt x="588182" y="92922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0F12C03D-2218-3837-7221-C993DD43D3D1}"/>
                  </a:ext>
                </a:extLst>
              </p:cNvPr>
              <p:cNvSpPr/>
              <p:nvPr/>
            </p:nvSpPr>
            <p:spPr>
              <a:xfrm>
                <a:off x="453885" y="3034095"/>
                <a:ext cx="369177" cy="278319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37662">
                    <a:moveTo>
                      <a:pt x="0" y="337662"/>
                    </a:moveTo>
                    <a:cubicBezTo>
                      <a:pt x="16475" y="281232"/>
                      <a:pt x="32951" y="224803"/>
                      <a:pt x="64255" y="199266"/>
                    </a:cubicBezTo>
                    <a:cubicBezTo>
                      <a:pt x="95559" y="173729"/>
                      <a:pt x="152399" y="216566"/>
                      <a:pt x="187822" y="184438"/>
                    </a:cubicBezTo>
                    <a:cubicBezTo>
                      <a:pt x="223245" y="152310"/>
                      <a:pt x="225716" y="27918"/>
                      <a:pt x="276791" y="6500"/>
                    </a:cubicBezTo>
                    <a:cubicBezTo>
                      <a:pt x="327866" y="-14919"/>
                      <a:pt x="411068" y="20504"/>
                      <a:pt x="494270" y="55927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5E8A4801-14AF-9E52-3094-2C27AFB57321}"/>
                  </a:ext>
                </a:extLst>
              </p:cNvPr>
              <p:cNvSpPr/>
              <p:nvPr/>
            </p:nvSpPr>
            <p:spPr>
              <a:xfrm rot="14296832">
                <a:off x="54296" y="3223213"/>
                <a:ext cx="397023" cy="21700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6320 h 286320"/>
                  <a:gd name="connsiteX1" fmla="*/ 64255 w 494270"/>
                  <a:gd name="connsiteY1" fmla="*/ 147924 h 286320"/>
                  <a:gd name="connsiteX2" fmla="*/ 187822 w 494270"/>
                  <a:gd name="connsiteY2" fmla="*/ 133096 h 286320"/>
                  <a:gd name="connsiteX3" fmla="*/ 302594 w 494270"/>
                  <a:gd name="connsiteY3" fmla="*/ 171390 h 286320"/>
                  <a:gd name="connsiteX4" fmla="*/ 494270 w 494270"/>
                  <a:gd name="connsiteY4" fmla="*/ 4585 h 286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86320">
                    <a:moveTo>
                      <a:pt x="0" y="286320"/>
                    </a:moveTo>
                    <a:cubicBezTo>
                      <a:pt x="16475" y="229890"/>
                      <a:pt x="32951" y="173461"/>
                      <a:pt x="64255" y="147924"/>
                    </a:cubicBezTo>
                    <a:cubicBezTo>
                      <a:pt x="95559" y="122387"/>
                      <a:pt x="148099" y="129185"/>
                      <a:pt x="187822" y="133096"/>
                    </a:cubicBezTo>
                    <a:cubicBezTo>
                      <a:pt x="227545" y="137007"/>
                      <a:pt x="251519" y="192808"/>
                      <a:pt x="302594" y="171390"/>
                    </a:cubicBezTo>
                    <a:cubicBezTo>
                      <a:pt x="353669" y="149971"/>
                      <a:pt x="411068" y="-30838"/>
                      <a:pt x="494270" y="458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61F70A8C-E961-C5DE-6B02-A73C482E50B0}"/>
                  </a:ext>
                </a:extLst>
              </p:cNvPr>
              <p:cNvSpPr/>
              <p:nvPr/>
            </p:nvSpPr>
            <p:spPr>
              <a:xfrm rot="11716960">
                <a:off x="442621" y="3304274"/>
                <a:ext cx="247497" cy="295924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157811 w 494270"/>
                  <a:gd name="connsiteY1" fmla="*/ 257982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14144 w 494270"/>
                  <a:gd name="connsiteY2" fmla="*/ 44448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62695 w 494270"/>
                  <a:gd name="connsiteY2" fmla="*/ 114405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94832">
                    <a:moveTo>
                      <a:pt x="0" y="294832"/>
                    </a:moveTo>
                    <a:cubicBezTo>
                      <a:pt x="16475" y="238402"/>
                      <a:pt x="130695" y="245223"/>
                      <a:pt x="157811" y="215152"/>
                    </a:cubicBezTo>
                    <a:cubicBezTo>
                      <a:pt x="184927" y="185081"/>
                      <a:pt x="135493" y="142859"/>
                      <a:pt x="162695" y="114405"/>
                    </a:cubicBezTo>
                    <a:cubicBezTo>
                      <a:pt x="189897" y="85951"/>
                      <a:pt x="269946" y="65843"/>
                      <a:pt x="321021" y="44425"/>
                    </a:cubicBezTo>
                    <a:cubicBezTo>
                      <a:pt x="372096" y="23006"/>
                      <a:pt x="411068" y="-22326"/>
                      <a:pt x="494270" y="1309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346F591-F871-E04C-F8C4-8BCB5FE3E1EE}"/>
                  </a:ext>
                </a:extLst>
              </p:cNvPr>
              <p:cNvSpPr/>
              <p:nvPr/>
            </p:nvSpPr>
            <p:spPr>
              <a:xfrm rot="15286573">
                <a:off x="110674" y="3461640"/>
                <a:ext cx="351124" cy="25924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701221"/>
                  <a:gd name="connsiteY0" fmla="*/ 335222 h 335222"/>
                  <a:gd name="connsiteX1" fmla="*/ 64255 w 701221"/>
                  <a:gd name="connsiteY1" fmla="*/ 196826 h 335222"/>
                  <a:gd name="connsiteX2" fmla="*/ 187822 w 701221"/>
                  <a:gd name="connsiteY2" fmla="*/ 181998 h 335222"/>
                  <a:gd name="connsiteX3" fmla="*/ 276791 w 701221"/>
                  <a:gd name="connsiteY3" fmla="*/ 4060 h 335222"/>
                  <a:gd name="connsiteX4" fmla="*/ 701220 w 701221"/>
                  <a:gd name="connsiteY4" fmla="*/ 86686 h 335222"/>
                  <a:gd name="connsiteX0" fmla="*/ 0 w 701219"/>
                  <a:gd name="connsiteY0" fmla="*/ 258290 h 258290"/>
                  <a:gd name="connsiteX1" fmla="*/ 64255 w 701219"/>
                  <a:gd name="connsiteY1" fmla="*/ 119894 h 258290"/>
                  <a:gd name="connsiteX2" fmla="*/ 187822 w 701219"/>
                  <a:gd name="connsiteY2" fmla="*/ 105066 h 258290"/>
                  <a:gd name="connsiteX3" fmla="*/ 364382 w 701219"/>
                  <a:gd name="connsiteY3" fmla="*/ 66609 h 258290"/>
                  <a:gd name="connsiteX4" fmla="*/ 701220 w 701219"/>
                  <a:gd name="connsiteY4" fmla="*/ 9754 h 258290"/>
                  <a:gd name="connsiteX0" fmla="*/ 0 w 701221"/>
                  <a:gd name="connsiteY0" fmla="*/ 258290 h 258290"/>
                  <a:gd name="connsiteX1" fmla="*/ 159561 w 701221"/>
                  <a:gd name="connsiteY1" fmla="*/ 188973 h 258290"/>
                  <a:gd name="connsiteX2" fmla="*/ 187822 w 701221"/>
                  <a:gd name="connsiteY2" fmla="*/ 105066 h 258290"/>
                  <a:gd name="connsiteX3" fmla="*/ 364382 w 701221"/>
                  <a:gd name="connsiteY3" fmla="*/ 66609 h 258290"/>
                  <a:gd name="connsiteX4" fmla="*/ 701220 w 701221"/>
                  <a:gd name="connsiteY4" fmla="*/ 9754 h 258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221" h="258290">
                    <a:moveTo>
                      <a:pt x="0" y="258290"/>
                    </a:moveTo>
                    <a:cubicBezTo>
                      <a:pt x="16475" y="201860"/>
                      <a:pt x="128257" y="214510"/>
                      <a:pt x="159561" y="188973"/>
                    </a:cubicBezTo>
                    <a:cubicBezTo>
                      <a:pt x="190865" y="163436"/>
                      <a:pt x="153685" y="125460"/>
                      <a:pt x="187822" y="105066"/>
                    </a:cubicBezTo>
                    <a:cubicBezTo>
                      <a:pt x="221959" y="84672"/>
                      <a:pt x="313307" y="88027"/>
                      <a:pt x="364382" y="66609"/>
                    </a:cubicBezTo>
                    <a:cubicBezTo>
                      <a:pt x="415457" y="45190"/>
                      <a:pt x="618018" y="-25669"/>
                      <a:pt x="701220" y="975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6C7D9B6F-70C8-9473-C42D-A5626775A396}"/>
                  </a:ext>
                </a:extLst>
              </p:cNvPr>
              <p:cNvSpPr/>
              <p:nvPr/>
            </p:nvSpPr>
            <p:spPr>
              <a:xfrm>
                <a:off x="587484" y="3456433"/>
                <a:ext cx="494270" cy="317450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68051 w 494270"/>
                  <a:gd name="connsiteY2" fmla="*/ 105355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7715 h 287715"/>
                  <a:gd name="connsiteX1" fmla="*/ 64255 w 494270"/>
                  <a:gd name="connsiteY1" fmla="*/ 149319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287715 h 287715"/>
                  <a:gd name="connsiteX1" fmla="*/ 128510 w 494270"/>
                  <a:gd name="connsiteY1" fmla="*/ 218517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317450 h 317450"/>
                  <a:gd name="connsiteX1" fmla="*/ 128510 w 494270"/>
                  <a:gd name="connsiteY1" fmla="*/ 248252 h 317450"/>
                  <a:gd name="connsiteX2" fmla="*/ 168051 w 494270"/>
                  <a:gd name="connsiteY2" fmla="*/ 85143 h 317450"/>
                  <a:gd name="connsiteX3" fmla="*/ 281734 w 494270"/>
                  <a:gd name="connsiteY3" fmla="*/ 11001 h 317450"/>
                  <a:gd name="connsiteX4" fmla="*/ 494270 w 494270"/>
                  <a:gd name="connsiteY4" fmla="*/ 35715 h 31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17450">
                    <a:moveTo>
                      <a:pt x="0" y="317450"/>
                    </a:moveTo>
                    <a:cubicBezTo>
                      <a:pt x="16475" y="261020"/>
                      <a:pt x="100502" y="286970"/>
                      <a:pt x="128510" y="248252"/>
                    </a:cubicBezTo>
                    <a:cubicBezTo>
                      <a:pt x="156519" y="209534"/>
                      <a:pt x="142514" y="124685"/>
                      <a:pt x="168051" y="85143"/>
                    </a:cubicBezTo>
                    <a:cubicBezTo>
                      <a:pt x="193588" y="45601"/>
                      <a:pt x="230659" y="32419"/>
                      <a:pt x="281734" y="11001"/>
                    </a:cubicBezTo>
                    <a:cubicBezTo>
                      <a:pt x="332809" y="-10418"/>
                      <a:pt x="411068" y="292"/>
                      <a:pt x="494270" y="3571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914931C-8F2D-6914-C0E3-239E96E73BC2}"/>
                </a:ext>
              </a:extLst>
            </p:cNvPr>
            <p:cNvGrpSpPr/>
            <p:nvPr/>
          </p:nvGrpSpPr>
          <p:grpSpPr>
            <a:xfrm>
              <a:off x="9011663" y="3830229"/>
              <a:ext cx="1074822" cy="1031829"/>
              <a:chOff x="144304" y="3034095"/>
              <a:chExt cx="937450" cy="984322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2BFED23F-982D-FB0F-9DEC-08EF7B37DD2F}"/>
                  </a:ext>
                </a:extLst>
              </p:cNvPr>
              <p:cNvSpPr/>
              <p:nvPr/>
            </p:nvSpPr>
            <p:spPr>
              <a:xfrm>
                <a:off x="197708" y="3089189"/>
                <a:ext cx="591453" cy="929228"/>
              </a:xfrm>
              <a:custGeom>
                <a:avLst/>
                <a:gdLst>
                  <a:gd name="connsiteX0" fmla="*/ 0 w 591453"/>
                  <a:gd name="connsiteY0" fmla="*/ 0 h 929228"/>
                  <a:gd name="connsiteX1" fmla="*/ 261963 w 591453"/>
                  <a:gd name="connsiteY1" fmla="*/ 227365 h 929228"/>
                  <a:gd name="connsiteX2" fmla="*/ 192766 w 591453"/>
                  <a:gd name="connsiteY2" fmla="*/ 583239 h 929228"/>
                  <a:gd name="connsiteX3" fmla="*/ 533812 w 591453"/>
                  <a:gd name="connsiteY3" fmla="*/ 726577 h 929228"/>
                  <a:gd name="connsiteX4" fmla="*/ 588182 w 591453"/>
                  <a:gd name="connsiteY4" fmla="*/ 929228 h 9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453" h="929228">
                    <a:moveTo>
                      <a:pt x="0" y="0"/>
                    </a:moveTo>
                    <a:cubicBezTo>
                      <a:pt x="114917" y="65079"/>
                      <a:pt x="229835" y="130159"/>
                      <a:pt x="261963" y="227365"/>
                    </a:cubicBezTo>
                    <a:cubicBezTo>
                      <a:pt x="294091" y="324572"/>
                      <a:pt x="147458" y="500037"/>
                      <a:pt x="192766" y="583239"/>
                    </a:cubicBezTo>
                    <a:cubicBezTo>
                      <a:pt x="238074" y="666441"/>
                      <a:pt x="467909" y="668912"/>
                      <a:pt x="533812" y="726577"/>
                    </a:cubicBezTo>
                    <a:cubicBezTo>
                      <a:pt x="599715" y="784242"/>
                      <a:pt x="593948" y="856735"/>
                      <a:pt x="588182" y="929228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38E04943-68C5-EC39-D7A4-5D2C30D952C3}"/>
                  </a:ext>
                </a:extLst>
              </p:cNvPr>
              <p:cNvSpPr/>
              <p:nvPr/>
            </p:nvSpPr>
            <p:spPr>
              <a:xfrm>
                <a:off x="453885" y="3034095"/>
                <a:ext cx="369177" cy="278319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37662">
                    <a:moveTo>
                      <a:pt x="0" y="337662"/>
                    </a:moveTo>
                    <a:cubicBezTo>
                      <a:pt x="16475" y="281232"/>
                      <a:pt x="32951" y="224803"/>
                      <a:pt x="64255" y="199266"/>
                    </a:cubicBezTo>
                    <a:cubicBezTo>
                      <a:pt x="95559" y="173729"/>
                      <a:pt x="152399" y="216566"/>
                      <a:pt x="187822" y="184438"/>
                    </a:cubicBezTo>
                    <a:cubicBezTo>
                      <a:pt x="223245" y="152310"/>
                      <a:pt x="225716" y="27918"/>
                      <a:pt x="276791" y="6500"/>
                    </a:cubicBezTo>
                    <a:cubicBezTo>
                      <a:pt x="327866" y="-14919"/>
                      <a:pt x="411068" y="20504"/>
                      <a:pt x="494270" y="55927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B67FFB64-EE45-388C-13FB-6DA5EACED5C5}"/>
                  </a:ext>
                </a:extLst>
              </p:cNvPr>
              <p:cNvSpPr/>
              <p:nvPr/>
            </p:nvSpPr>
            <p:spPr>
              <a:xfrm rot="14296832">
                <a:off x="54296" y="3223213"/>
                <a:ext cx="397023" cy="21700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6320 h 286320"/>
                  <a:gd name="connsiteX1" fmla="*/ 64255 w 494270"/>
                  <a:gd name="connsiteY1" fmla="*/ 147924 h 286320"/>
                  <a:gd name="connsiteX2" fmla="*/ 187822 w 494270"/>
                  <a:gd name="connsiteY2" fmla="*/ 133096 h 286320"/>
                  <a:gd name="connsiteX3" fmla="*/ 302594 w 494270"/>
                  <a:gd name="connsiteY3" fmla="*/ 171390 h 286320"/>
                  <a:gd name="connsiteX4" fmla="*/ 494270 w 494270"/>
                  <a:gd name="connsiteY4" fmla="*/ 4585 h 286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86320">
                    <a:moveTo>
                      <a:pt x="0" y="286320"/>
                    </a:moveTo>
                    <a:cubicBezTo>
                      <a:pt x="16475" y="229890"/>
                      <a:pt x="32951" y="173461"/>
                      <a:pt x="64255" y="147924"/>
                    </a:cubicBezTo>
                    <a:cubicBezTo>
                      <a:pt x="95559" y="122387"/>
                      <a:pt x="148099" y="129185"/>
                      <a:pt x="187822" y="133096"/>
                    </a:cubicBezTo>
                    <a:cubicBezTo>
                      <a:pt x="227545" y="137007"/>
                      <a:pt x="251519" y="192808"/>
                      <a:pt x="302594" y="171390"/>
                    </a:cubicBezTo>
                    <a:cubicBezTo>
                      <a:pt x="353669" y="149971"/>
                      <a:pt x="411068" y="-30838"/>
                      <a:pt x="494270" y="458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A83310AC-4840-8E23-BB89-18B40E9F5318}"/>
                  </a:ext>
                </a:extLst>
              </p:cNvPr>
              <p:cNvSpPr/>
              <p:nvPr/>
            </p:nvSpPr>
            <p:spPr>
              <a:xfrm rot="11716960">
                <a:off x="442621" y="3304274"/>
                <a:ext cx="247497" cy="295924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157811 w 494270"/>
                  <a:gd name="connsiteY1" fmla="*/ 257982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14144 w 494270"/>
                  <a:gd name="connsiteY2" fmla="*/ 44448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62695 w 494270"/>
                  <a:gd name="connsiteY2" fmla="*/ 114405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94832">
                    <a:moveTo>
                      <a:pt x="0" y="294832"/>
                    </a:moveTo>
                    <a:cubicBezTo>
                      <a:pt x="16475" y="238402"/>
                      <a:pt x="130695" y="245223"/>
                      <a:pt x="157811" y="215152"/>
                    </a:cubicBezTo>
                    <a:cubicBezTo>
                      <a:pt x="184927" y="185081"/>
                      <a:pt x="135493" y="142859"/>
                      <a:pt x="162695" y="114405"/>
                    </a:cubicBezTo>
                    <a:cubicBezTo>
                      <a:pt x="189897" y="85951"/>
                      <a:pt x="269946" y="65843"/>
                      <a:pt x="321021" y="44425"/>
                    </a:cubicBezTo>
                    <a:cubicBezTo>
                      <a:pt x="372096" y="23006"/>
                      <a:pt x="411068" y="-22326"/>
                      <a:pt x="494270" y="13097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68F4B4F-12A9-DEC2-6DF6-79A3B1D960DA}"/>
                  </a:ext>
                </a:extLst>
              </p:cNvPr>
              <p:cNvSpPr/>
              <p:nvPr/>
            </p:nvSpPr>
            <p:spPr>
              <a:xfrm rot="15286573">
                <a:off x="110674" y="3461640"/>
                <a:ext cx="351124" cy="25924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701221"/>
                  <a:gd name="connsiteY0" fmla="*/ 335222 h 335222"/>
                  <a:gd name="connsiteX1" fmla="*/ 64255 w 701221"/>
                  <a:gd name="connsiteY1" fmla="*/ 196826 h 335222"/>
                  <a:gd name="connsiteX2" fmla="*/ 187822 w 701221"/>
                  <a:gd name="connsiteY2" fmla="*/ 181998 h 335222"/>
                  <a:gd name="connsiteX3" fmla="*/ 276791 w 701221"/>
                  <a:gd name="connsiteY3" fmla="*/ 4060 h 335222"/>
                  <a:gd name="connsiteX4" fmla="*/ 701220 w 701221"/>
                  <a:gd name="connsiteY4" fmla="*/ 86686 h 335222"/>
                  <a:gd name="connsiteX0" fmla="*/ 0 w 701219"/>
                  <a:gd name="connsiteY0" fmla="*/ 258290 h 258290"/>
                  <a:gd name="connsiteX1" fmla="*/ 64255 w 701219"/>
                  <a:gd name="connsiteY1" fmla="*/ 119894 h 258290"/>
                  <a:gd name="connsiteX2" fmla="*/ 187822 w 701219"/>
                  <a:gd name="connsiteY2" fmla="*/ 105066 h 258290"/>
                  <a:gd name="connsiteX3" fmla="*/ 364382 w 701219"/>
                  <a:gd name="connsiteY3" fmla="*/ 66609 h 258290"/>
                  <a:gd name="connsiteX4" fmla="*/ 701220 w 701219"/>
                  <a:gd name="connsiteY4" fmla="*/ 9754 h 258290"/>
                  <a:gd name="connsiteX0" fmla="*/ 0 w 701221"/>
                  <a:gd name="connsiteY0" fmla="*/ 258290 h 258290"/>
                  <a:gd name="connsiteX1" fmla="*/ 159561 w 701221"/>
                  <a:gd name="connsiteY1" fmla="*/ 188973 h 258290"/>
                  <a:gd name="connsiteX2" fmla="*/ 187822 w 701221"/>
                  <a:gd name="connsiteY2" fmla="*/ 105066 h 258290"/>
                  <a:gd name="connsiteX3" fmla="*/ 364382 w 701221"/>
                  <a:gd name="connsiteY3" fmla="*/ 66609 h 258290"/>
                  <a:gd name="connsiteX4" fmla="*/ 701220 w 701221"/>
                  <a:gd name="connsiteY4" fmla="*/ 9754 h 258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221" h="258290">
                    <a:moveTo>
                      <a:pt x="0" y="258290"/>
                    </a:moveTo>
                    <a:cubicBezTo>
                      <a:pt x="16475" y="201860"/>
                      <a:pt x="128257" y="214510"/>
                      <a:pt x="159561" y="188973"/>
                    </a:cubicBezTo>
                    <a:cubicBezTo>
                      <a:pt x="190865" y="163436"/>
                      <a:pt x="153685" y="125460"/>
                      <a:pt x="187822" y="105066"/>
                    </a:cubicBezTo>
                    <a:cubicBezTo>
                      <a:pt x="221959" y="84672"/>
                      <a:pt x="313307" y="88027"/>
                      <a:pt x="364382" y="66609"/>
                    </a:cubicBezTo>
                    <a:cubicBezTo>
                      <a:pt x="415457" y="45190"/>
                      <a:pt x="618018" y="-25669"/>
                      <a:pt x="701220" y="9754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96FB2E03-35C0-B217-CE0A-75DCA3FFBB88}"/>
                  </a:ext>
                </a:extLst>
              </p:cNvPr>
              <p:cNvSpPr/>
              <p:nvPr/>
            </p:nvSpPr>
            <p:spPr>
              <a:xfrm>
                <a:off x="587484" y="3456433"/>
                <a:ext cx="494270" cy="317450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68051 w 494270"/>
                  <a:gd name="connsiteY2" fmla="*/ 105355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7715 h 287715"/>
                  <a:gd name="connsiteX1" fmla="*/ 64255 w 494270"/>
                  <a:gd name="connsiteY1" fmla="*/ 149319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287715 h 287715"/>
                  <a:gd name="connsiteX1" fmla="*/ 128510 w 494270"/>
                  <a:gd name="connsiteY1" fmla="*/ 218517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317450 h 317450"/>
                  <a:gd name="connsiteX1" fmla="*/ 128510 w 494270"/>
                  <a:gd name="connsiteY1" fmla="*/ 248252 h 317450"/>
                  <a:gd name="connsiteX2" fmla="*/ 168051 w 494270"/>
                  <a:gd name="connsiteY2" fmla="*/ 85143 h 317450"/>
                  <a:gd name="connsiteX3" fmla="*/ 281734 w 494270"/>
                  <a:gd name="connsiteY3" fmla="*/ 11001 h 317450"/>
                  <a:gd name="connsiteX4" fmla="*/ 494270 w 494270"/>
                  <a:gd name="connsiteY4" fmla="*/ 35715 h 31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17450">
                    <a:moveTo>
                      <a:pt x="0" y="317450"/>
                    </a:moveTo>
                    <a:cubicBezTo>
                      <a:pt x="16475" y="261020"/>
                      <a:pt x="100502" y="286970"/>
                      <a:pt x="128510" y="248252"/>
                    </a:cubicBezTo>
                    <a:cubicBezTo>
                      <a:pt x="156519" y="209534"/>
                      <a:pt x="142514" y="124685"/>
                      <a:pt x="168051" y="85143"/>
                    </a:cubicBezTo>
                    <a:cubicBezTo>
                      <a:pt x="193588" y="45601"/>
                      <a:pt x="230659" y="32419"/>
                      <a:pt x="281734" y="11001"/>
                    </a:cubicBezTo>
                    <a:cubicBezTo>
                      <a:pt x="332809" y="-10418"/>
                      <a:pt x="411068" y="292"/>
                      <a:pt x="494270" y="3571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sp>
          <p:nvSpPr>
            <p:cNvPr id="60" name="Right Arrow 59">
              <a:extLst>
                <a:ext uri="{FF2B5EF4-FFF2-40B4-BE49-F238E27FC236}">
                  <a16:creationId xmlns:a16="http://schemas.microsoft.com/office/drawing/2014/main" id="{3D93D26E-8704-012D-9BE9-CE0B2D538275}"/>
                </a:ext>
              </a:extLst>
            </p:cNvPr>
            <p:cNvSpPr/>
            <p:nvPr/>
          </p:nvSpPr>
          <p:spPr>
            <a:xfrm>
              <a:off x="800123" y="4909150"/>
              <a:ext cx="9410480" cy="577255"/>
            </a:xfrm>
            <a:prstGeom prst="rightArrow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rgbClr val="9A6324"/>
                </a:gs>
                <a:gs pos="100000">
                  <a:srgbClr val="9A6324"/>
                </a:gs>
                <a:gs pos="100000">
                  <a:srgbClr val="9A6324"/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290B010E-3DD6-ACE6-E0D0-41EE7F226FEB}"/>
                </a:ext>
              </a:extLst>
            </p:cNvPr>
            <p:cNvGrpSpPr/>
            <p:nvPr/>
          </p:nvGrpSpPr>
          <p:grpSpPr>
            <a:xfrm>
              <a:off x="896791" y="3853505"/>
              <a:ext cx="1129227" cy="1164759"/>
              <a:chOff x="5939299" y="17361"/>
              <a:chExt cx="720514" cy="743185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54026048-687C-915B-9519-4DB15A703BF3}"/>
                  </a:ext>
                </a:extLst>
              </p:cNvPr>
              <p:cNvGrpSpPr/>
              <p:nvPr/>
            </p:nvGrpSpPr>
            <p:grpSpPr>
              <a:xfrm>
                <a:off x="5939299" y="17361"/>
                <a:ext cx="514309" cy="626150"/>
                <a:chOff x="2889251" y="1066533"/>
                <a:chExt cx="514309" cy="626150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3AA5A300-F121-DC94-9328-8CA33F171571}"/>
                    </a:ext>
                  </a:extLst>
                </p:cNvPr>
                <p:cNvGrpSpPr/>
                <p:nvPr/>
              </p:nvGrpSpPr>
              <p:grpSpPr>
                <a:xfrm>
                  <a:off x="3001224" y="1300031"/>
                  <a:ext cx="402336" cy="392652"/>
                  <a:chOff x="6167134" y="15877"/>
                  <a:chExt cx="976048" cy="976048"/>
                </a:xfrm>
              </p:grpSpPr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2A146C88-50FE-F726-1A9C-2B89414B7196}"/>
                      </a:ext>
                    </a:extLst>
                  </p:cNvPr>
                  <p:cNvGrpSpPr/>
                  <p:nvPr/>
                </p:nvGrpSpPr>
                <p:grpSpPr>
                  <a:xfrm>
                    <a:off x="6167134" y="15877"/>
                    <a:ext cx="976047" cy="976048"/>
                    <a:chOff x="840258" y="2011680"/>
                    <a:chExt cx="976047" cy="976048"/>
                  </a:xfrm>
                </p:grpSpPr>
                <p:cxnSp>
                  <p:nvCxnSpPr>
                    <p:cNvPr id="85" name="Straight Connector 84">
                      <a:extLst>
                        <a:ext uri="{FF2B5EF4-FFF2-40B4-BE49-F238E27FC236}">
                          <a16:creationId xmlns:a16="http://schemas.microsoft.com/office/drawing/2014/main" id="{E86F9C4E-6222-F87A-11C6-384C4B1A422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0259" y="2011680"/>
                      <a:ext cx="0" cy="9760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Straight Connector 85">
                      <a:extLst>
                        <a:ext uri="{FF2B5EF4-FFF2-40B4-BE49-F238E27FC236}">
                          <a16:creationId xmlns:a16="http://schemas.microsoft.com/office/drawing/2014/main" id="{FF0035BE-EE6E-C80A-D815-84E902FA7F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328282" y="2499704"/>
                      <a:ext cx="0" cy="9760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4" name="Freeform 83">
                    <a:extLst>
                      <a:ext uri="{FF2B5EF4-FFF2-40B4-BE49-F238E27FC236}">
                        <a16:creationId xmlns:a16="http://schemas.microsoft.com/office/drawing/2014/main" id="{A684444D-6C8F-3B0C-30F2-4B59846DB8C8}"/>
                      </a:ext>
                    </a:extLst>
                  </p:cNvPr>
                  <p:cNvSpPr/>
                  <p:nvPr/>
                </p:nvSpPr>
                <p:spPr>
                  <a:xfrm>
                    <a:off x="6167157" y="159970"/>
                    <a:ext cx="976025" cy="362152"/>
                  </a:xfrm>
                  <a:custGeom>
                    <a:avLst/>
                    <a:gdLst>
                      <a:gd name="connsiteX0" fmla="*/ 0 w 840259"/>
                      <a:gd name="connsiteY0" fmla="*/ 405323 h 405323"/>
                      <a:gd name="connsiteX1" fmla="*/ 143338 w 840259"/>
                      <a:gd name="connsiteY1" fmla="*/ 21 h 405323"/>
                      <a:gd name="connsiteX2" fmla="*/ 276791 w 840259"/>
                      <a:gd name="connsiteY2" fmla="*/ 385552 h 405323"/>
                      <a:gd name="connsiteX3" fmla="*/ 425072 w 840259"/>
                      <a:gd name="connsiteY3" fmla="*/ 19792 h 405323"/>
                      <a:gd name="connsiteX4" fmla="*/ 553583 w 840259"/>
                      <a:gd name="connsiteY4" fmla="*/ 360838 h 405323"/>
                      <a:gd name="connsiteX5" fmla="*/ 696921 w 840259"/>
                      <a:gd name="connsiteY5" fmla="*/ 34620 h 405323"/>
                      <a:gd name="connsiteX6" fmla="*/ 840259 w 840259"/>
                      <a:gd name="connsiteY6" fmla="*/ 370724 h 405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40259" h="405323">
                        <a:moveTo>
                          <a:pt x="0" y="405323"/>
                        </a:moveTo>
                        <a:cubicBezTo>
                          <a:pt x="48603" y="204319"/>
                          <a:pt x="97206" y="3316"/>
                          <a:pt x="143338" y="21"/>
                        </a:cubicBezTo>
                        <a:cubicBezTo>
                          <a:pt x="189470" y="-3274"/>
                          <a:pt x="229835" y="382257"/>
                          <a:pt x="276791" y="385552"/>
                        </a:cubicBezTo>
                        <a:cubicBezTo>
                          <a:pt x="323747" y="388847"/>
                          <a:pt x="378940" y="23911"/>
                          <a:pt x="425072" y="19792"/>
                        </a:cubicBezTo>
                        <a:cubicBezTo>
                          <a:pt x="471204" y="15673"/>
                          <a:pt x="508275" y="358367"/>
                          <a:pt x="553583" y="360838"/>
                        </a:cubicBezTo>
                        <a:cubicBezTo>
                          <a:pt x="598891" y="363309"/>
                          <a:pt x="649142" y="32972"/>
                          <a:pt x="696921" y="34620"/>
                        </a:cubicBezTo>
                        <a:cubicBezTo>
                          <a:pt x="744700" y="36268"/>
                          <a:pt x="792479" y="203496"/>
                          <a:pt x="840259" y="370724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Helvetica" pitchFamily="2" charset="0"/>
                    </a:endParaRPr>
                  </a:p>
                </p:txBody>
              </p:sp>
            </p:grp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C6FA91CB-C618-4B5F-9840-87306AA64B72}"/>
                    </a:ext>
                  </a:extLst>
                </p:cNvPr>
                <p:cNvSpPr txBox="1"/>
                <p:nvPr/>
              </p:nvSpPr>
              <p:spPr>
                <a:xfrm rot="16200000">
                  <a:off x="2657435" y="1298349"/>
                  <a:ext cx="601097" cy="1374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>
                      <a:latin typeface="Helvetica" pitchFamily="2" charset="0"/>
                    </a:rPr>
                    <a:t>-   DO   +</a:t>
                  </a:r>
                </a:p>
              </p:txBody>
            </p:sp>
          </p:grp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EC142FE-5B35-D776-3FB1-252F68821D6D}"/>
                  </a:ext>
                </a:extLst>
              </p:cNvPr>
              <p:cNvSpPr txBox="1"/>
              <p:nvPr/>
            </p:nvSpPr>
            <p:spPr>
              <a:xfrm>
                <a:off x="6023457" y="623080"/>
                <a:ext cx="636356" cy="137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-     Time  +</a:t>
                </a: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A6721E3-3516-682D-45A3-AE36C9648E6B}"/>
                </a:ext>
              </a:extLst>
            </p:cNvPr>
            <p:cNvSpPr txBox="1"/>
            <p:nvPr/>
          </p:nvSpPr>
          <p:spPr>
            <a:xfrm>
              <a:off x="1968327" y="2640796"/>
              <a:ext cx="9996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Helvetica" pitchFamily="2" charset="0"/>
                </a:rPr>
                <a:t>Biological </a:t>
              </a:r>
            </a:p>
            <a:p>
              <a:pPr algn="ctr"/>
              <a:r>
                <a:rPr lang="en-US" sz="1000" dirty="0">
                  <a:latin typeface="Helvetica" pitchFamily="2" charset="0"/>
                </a:rPr>
                <a:t>Controls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9B205EA-914D-88CC-7F41-ECF7DD19B3FD}"/>
                </a:ext>
              </a:extLst>
            </p:cNvPr>
            <p:cNvSpPr txBox="1"/>
            <p:nvPr/>
          </p:nvSpPr>
          <p:spPr>
            <a:xfrm>
              <a:off x="1218556" y="2646300"/>
              <a:ext cx="10043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Helvetica" pitchFamily="2" charset="0"/>
                </a:rPr>
                <a:t>Hydrologic</a:t>
              </a:r>
            </a:p>
            <a:p>
              <a:pPr algn="ctr"/>
              <a:r>
                <a:rPr lang="en-US" sz="1000" dirty="0">
                  <a:latin typeface="Helvetica" pitchFamily="2" charset="0"/>
                </a:rPr>
                <a:t>Controls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E779C7A-EF96-1270-CB27-E14953E60302}"/>
                </a:ext>
              </a:extLst>
            </p:cNvPr>
            <p:cNvSpPr txBox="1"/>
            <p:nvPr/>
          </p:nvSpPr>
          <p:spPr>
            <a:xfrm>
              <a:off x="1983546" y="2714002"/>
              <a:ext cx="3723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Helvetica" pitchFamily="2" charset="0"/>
                </a:rPr>
                <a:t>=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43C865B8-41BC-95E9-1D11-3106F2B2520A}"/>
                </a:ext>
              </a:extLst>
            </p:cNvPr>
            <p:cNvGrpSpPr/>
            <p:nvPr/>
          </p:nvGrpSpPr>
          <p:grpSpPr>
            <a:xfrm>
              <a:off x="4328043" y="2703512"/>
              <a:ext cx="2052479" cy="408738"/>
              <a:chOff x="3886300" y="2565299"/>
              <a:chExt cx="1031780" cy="260799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3865B73-AD44-CDBA-CAD6-3D733F753C14}"/>
                  </a:ext>
                </a:extLst>
              </p:cNvPr>
              <p:cNvSpPr txBox="1"/>
              <p:nvPr/>
            </p:nvSpPr>
            <p:spPr>
              <a:xfrm>
                <a:off x="4340958" y="2565299"/>
                <a:ext cx="577122" cy="25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Biological </a:t>
                </a:r>
              </a:p>
              <a:p>
                <a:pPr algn="ctr"/>
                <a:r>
                  <a:rPr lang="en-US" sz="1000" dirty="0">
                    <a:latin typeface="Helvetica" pitchFamily="2" charset="0"/>
                  </a:rPr>
                  <a:t>Controls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26D2F0D-8C08-A8B6-DACD-1EA184A4E646}"/>
                  </a:ext>
                </a:extLst>
              </p:cNvPr>
              <p:cNvSpPr txBox="1"/>
              <p:nvPr/>
            </p:nvSpPr>
            <p:spPr>
              <a:xfrm>
                <a:off x="3886300" y="2570804"/>
                <a:ext cx="640810" cy="25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Hydrologic</a:t>
                </a:r>
              </a:p>
              <a:p>
                <a:pPr algn="ctr"/>
                <a:r>
                  <a:rPr lang="en-US" sz="1000" dirty="0">
                    <a:latin typeface="Helvetica" pitchFamily="2" charset="0"/>
                  </a:rPr>
                  <a:t>Controls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82A4D26-3A03-F44D-74A6-FCFB2507A8D4}"/>
                  </a:ext>
                </a:extLst>
              </p:cNvPr>
              <p:cNvSpPr txBox="1"/>
              <p:nvPr/>
            </p:nvSpPr>
            <p:spPr>
              <a:xfrm>
                <a:off x="4377799" y="2644654"/>
                <a:ext cx="59522" cy="127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>
                    <a:latin typeface="Helvetica" pitchFamily="2" charset="0"/>
                  </a:rPr>
                  <a:t>&lt;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D6698EA7-1C45-F242-B142-74D965A9F27A}"/>
                </a:ext>
              </a:extLst>
            </p:cNvPr>
            <p:cNvGrpSpPr/>
            <p:nvPr/>
          </p:nvGrpSpPr>
          <p:grpSpPr>
            <a:xfrm>
              <a:off x="7686722" y="2748162"/>
              <a:ext cx="2212640" cy="402800"/>
              <a:chOff x="5969159" y="2575939"/>
              <a:chExt cx="1411796" cy="257010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1DB7D07-1E83-3699-F2D7-5C5D691E5A2F}"/>
                  </a:ext>
                </a:extLst>
              </p:cNvPr>
              <p:cNvSpPr txBox="1"/>
              <p:nvPr/>
            </p:nvSpPr>
            <p:spPr>
              <a:xfrm>
                <a:off x="6233486" y="2577655"/>
                <a:ext cx="1147469" cy="25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latin typeface="Helvetica" pitchFamily="2" charset="0"/>
                  </a:rPr>
                  <a:t>Biological </a:t>
                </a:r>
              </a:p>
              <a:p>
                <a:pPr algn="ctr"/>
                <a:r>
                  <a:rPr lang="en-US" sz="1000" b="1" dirty="0">
                    <a:latin typeface="Helvetica" pitchFamily="2" charset="0"/>
                  </a:rPr>
                  <a:t>Controls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B7FB150-24AF-4E4E-D9CB-D37DEED7B071}"/>
                  </a:ext>
                </a:extLst>
              </p:cNvPr>
              <p:cNvSpPr txBox="1"/>
              <p:nvPr/>
            </p:nvSpPr>
            <p:spPr>
              <a:xfrm>
                <a:off x="5969159" y="2575939"/>
                <a:ext cx="640810" cy="25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Hydrologic</a:t>
                </a:r>
              </a:p>
              <a:p>
                <a:pPr algn="ctr"/>
                <a:r>
                  <a:rPr lang="en-US" sz="1000" dirty="0">
                    <a:latin typeface="Helvetica" pitchFamily="2" charset="0"/>
                  </a:rPr>
                  <a:t>Controls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A8DF823-FA27-7547-DCB1-39E20939CFCC}"/>
                  </a:ext>
                </a:extLst>
              </p:cNvPr>
              <p:cNvSpPr txBox="1"/>
              <p:nvPr/>
            </p:nvSpPr>
            <p:spPr>
              <a:xfrm>
                <a:off x="6455539" y="2644806"/>
                <a:ext cx="236086" cy="127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>
                    <a:latin typeface="Helvetica" pitchFamily="2" charset="0"/>
                  </a:rPr>
                  <a:t>&lt;&lt;</a:t>
                </a:r>
              </a:p>
            </p:txBody>
          </p:sp>
        </p:grpSp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19894144-390A-25ED-CBBF-8CF6542E57E5}"/>
                </a:ext>
              </a:extLst>
            </p:cNvPr>
            <p:cNvSpPr/>
            <p:nvPr/>
          </p:nvSpPr>
          <p:spPr>
            <a:xfrm>
              <a:off x="1123764" y="2362560"/>
              <a:ext cx="2198220" cy="319683"/>
            </a:xfrm>
            <a:prstGeom prst="roundRect">
              <a:avLst/>
            </a:prstGeom>
            <a:solidFill>
              <a:srgbClr val="4A91C3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Helvetica" pitchFamily="2" charset="0"/>
                </a:rPr>
                <a:t>Oxygenated State</a:t>
              </a:r>
            </a:p>
          </p:txBody>
        </p: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5A7D803E-CFE7-400C-DCDA-713C0171AD2F}"/>
                </a:ext>
              </a:extLst>
            </p:cNvPr>
            <p:cNvSpPr/>
            <p:nvPr/>
          </p:nvSpPr>
          <p:spPr>
            <a:xfrm>
              <a:off x="4305531" y="2373116"/>
              <a:ext cx="2198219" cy="334673"/>
            </a:xfrm>
            <a:prstGeom prst="roundRect">
              <a:avLst/>
            </a:prstGeom>
            <a:solidFill>
              <a:srgbClr val="4FB292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Helvetica" pitchFamily="2" charset="0"/>
                </a:rPr>
                <a:t>Transitional State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8B6341B7-A1F6-82B6-8892-AB92B9A4E036}"/>
                </a:ext>
              </a:extLst>
            </p:cNvPr>
            <p:cNvSpPr/>
            <p:nvPr/>
          </p:nvSpPr>
          <p:spPr>
            <a:xfrm>
              <a:off x="7544948" y="2367433"/>
              <a:ext cx="2198218" cy="337687"/>
            </a:xfrm>
            <a:prstGeom prst="roundRect">
              <a:avLst/>
            </a:prstGeom>
            <a:solidFill>
              <a:srgbClr val="ECB4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Helvetica" pitchFamily="2" charset="0"/>
                </a:rPr>
                <a:t>Hypoxic State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26B1BB1E-D287-C5E0-4676-C04B57D57A8C}"/>
                </a:ext>
              </a:extLst>
            </p:cNvPr>
            <p:cNvGrpSpPr/>
            <p:nvPr/>
          </p:nvGrpSpPr>
          <p:grpSpPr>
            <a:xfrm>
              <a:off x="5063824" y="3283732"/>
              <a:ext cx="428807" cy="450594"/>
              <a:chOff x="3189911" y="3901670"/>
              <a:chExt cx="1004684" cy="871206"/>
            </a:xfrm>
          </p:grpSpPr>
          <p:sp>
            <p:nvSpPr>
              <p:cNvPr id="107" name="Curved Right Arrow 106">
                <a:extLst>
                  <a:ext uri="{FF2B5EF4-FFF2-40B4-BE49-F238E27FC236}">
                    <a16:creationId xmlns:a16="http://schemas.microsoft.com/office/drawing/2014/main" id="{1C925AF9-277C-DFE3-DFB0-55BAF06BB59D}"/>
                  </a:ext>
                </a:extLst>
              </p:cNvPr>
              <p:cNvSpPr/>
              <p:nvPr/>
            </p:nvSpPr>
            <p:spPr>
              <a:xfrm>
                <a:off x="3189911" y="3946158"/>
                <a:ext cx="412317" cy="826718"/>
              </a:xfrm>
              <a:prstGeom prst="curvedRightArrow">
                <a:avLst/>
              </a:prstGeom>
              <a:solidFill>
                <a:srgbClr val="4E8F00"/>
              </a:solidFill>
              <a:ln>
                <a:solidFill>
                  <a:srgbClr val="4E8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08" name="Curved Right Arrow 107">
                <a:extLst>
                  <a:ext uri="{FF2B5EF4-FFF2-40B4-BE49-F238E27FC236}">
                    <a16:creationId xmlns:a16="http://schemas.microsoft.com/office/drawing/2014/main" id="{06BDF008-A202-8619-45C5-E7EE933E7C04}"/>
                  </a:ext>
                </a:extLst>
              </p:cNvPr>
              <p:cNvSpPr/>
              <p:nvPr/>
            </p:nvSpPr>
            <p:spPr>
              <a:xfrm rot="10800000">
                <a:off x="3782280" y="3901670"/>
                <a:ext cx="412315" cy="826718"/>
              </a:xfrm>
              <a:prstGeom prst="curvedRightArrow">
                <a:avLst/>
              </a:prstGeom>
              <a:solidFill>
                <a:srgbClr val="941100"/>
              </a:solidFill>
              <a:ln>
                <a:solidFill>
                  <a:srgbClr val="9411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27FA8A9-BBE5-E6F7-3D83-36D233E0BFCC}"/>
                </a:ext>
              </a:extLst>
            </p:cNvPr>
            <p:cNvGrpSpPr/>
            <p:nvPr/>
          </p:nvGrpSpPr>
          <p:grpSpPr>
            <a:xfrm>
              <a:off x="8338858" y="3290813"/>
              <a:ext cx="502450" cy="519360"/>
              <a:chOff x="3189911" y="3901670"/>
              <a:chExt cx="1004684" cy="871206"/>
            </a:xfrm>
          </p:grpSpPr>
          <p:sp>
            <p:nvSpPr>
              <p:cNvPr id="110" name="Curved Right Arrow 109">
                <a:extLst>
                  <a:ext uri="{FF2B5EF4-FFF2-40B4-BE49-F238E27FC236}">
                    <a16:creationId xmlns:a16="http://schemas.microsoft.com/office/drawing/2014/main" id="{B8FD5109-6E79-8CF7-1A4E-DF761D5C1DB8}"/>
                  </a:ext>
                </a:extLst>
              </p:cNvPr>
              <p:cNvSpPr/>
              <p:nvPr/>
            </p:nvSpPr>
            <p:spPr>
              <a:xfrm>
                <a:off x="3189911" y="3946158"/>
                <a:ext cx="412317" cy="826718"/>
              </a:xfrm>
              <a:prstGeom prst="curvedRightArrow">
                <a:avLst/>
              </a:prstGeom>
              <a:solidFill>
                <a:srgbClr val="4E8F00"/>
              </a:solidFill>
              <a:ln>
                <a:solidFill>
                  <a:srgbClr val="4E8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11" name="Curved Right Arrow 110">
                <a:extLst>
                  <a:ext uri="{FF2B5EF4-FFF2-40B4-BE49-F238E27FC236}">
                    <a16:creationId xmlns:a16="http://schemas.microsoft.com/office/drawing/2014/main" id="{7A3B20FC-91C7-A32E-86DD-9E71EDC7C3C8}"/>
                  </a:ext>
                </a:extLst>
              </p:cNvPr>
              <p:cNvSpPr/>
              <p:nvPr/>
            </p:nvSpPr>
            <p:spPr>
              <a:xfrm rot="10800000">
                <a:off x="3782280" y="3901670"/>
                <a:ext cx="412315" cy="826718"/>
              </a:xfrm>
              <a:prstGeom prst="curvedRightArrow">
                <a:avLst/>
              </a:prstGeom>
              <a:solidFill>
                <a:srgbClr val="941100"/>
              </a:solidFill>
              <a:ln>
                <a:solidFill>
                  <a:srgbClr val="9411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124B74D-0CD8-6D5D-0601-1B79EE83DE78}"/>
                </a:ext>
              </a:extLst>
            </p:cNvPr>
            <p:cNvSpPr txBox="1"/>
            <p:nvPr/>
          </p:nvSpPr>
          <p:spPr>
            <a:xfrm>
              <a:off x="4514506" y="5013111"/>
              <a:ext cx="1749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Network Extent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1F90FB9-56C2-AD90-78F6-C00E684902C6}"/>
                </a:ext>
              </a:extLst>
            </p:cNvPr>
            <p:cNvSpPr txBox="1"/>
            <p:nvPr/>
          </p:nvSpPr>
          <p:spPr>
            <a:xfrm>
              <a:off x="764184" y="5011951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+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3DA785B-670A-1B36-0E86-AE0310F36D99}"/>
                </a:ext>
              </a:extLst>
            </p:cNvPr>
            <p:cNvSpPr txBox="1"/>
            <p:nvPr/>
          </p:nvSpPr>
          <p:spPr>
            <a:xfrm>
              <a:off x="9726668" y="4991449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-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27C9ED30-2EAC-FB4C-F968-FEE4E93A9D00}"/>
                </a:ext>
              </a:extLst>
            </p:cNvPr>
            <p:cNvGrpSpPr/>
            <p:nvPr/>
          </p:nvGrpSpPr>
          <p:grpSpPr>
            <a:xfrm>
              <a:off x="4675619" y="3856956"/>
              <a:ext cx="1129227" cy="1164759"/>
              <a:chOff x="3332616" y="5544846"/>
              <a:chExt cx="1129227" cy="1164759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3B18C2-07C4-6598-EBB8-F06254A93CCA}"/>
                  </a:ext>
                </a:extLst>
              </p:cNvPr>
              <p:cNvSpPr txBox="1"/>
              <p:nvPr/>
            </p:nvSpPr>
            <p:spPr>
              <a:xfrm rot="16200000">
                <a:off x="2969302" y="5908160"/>
                <a:ext cx="9420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-   DO   +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21325A1-10CA-4008-962B-B74B25770027}"/>
                  </a:ext>
                </a:extLst>
              </p:cNvPr>
              <p:cNvCxnSpPr/>
              <p:nvPr/>
            </p:nvCxnSpPr>
            <p:spPr>
              <a:xfrm>
                <a:off x="3508107" y="5910797"/>
                <a:ext cx="0" cy="6153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1C256E2-E493-8B33-5B6D-B16CD658E06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823387" y="6210901"/>
                <a:ext cx="0" cy="6305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0E83CCD-A4CA-DC25-346B-EA3FE01D7CF1}"/>
                  </a:ext>
                </a:extLst>
              </p:cNvPr>
              <p:cNvSpPr txBox="1"/>
              <p:nvPr/>
            </p:nvSpPr>
            <p:spPr>
              <a:xfrm>
                <a:off x="3464513" y="6494161"/>
                <a:ext cx="99733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-     Time  +</a:t>
                </a: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0ACCDBC0-54E7-86AF-628B-585872E2C5B2}"/>
                  </a:ext>
                </a:extLst>
              </p:cNvPr>
              <p:cNvSpPr/>
              <p:nvPr/>
            </p:nvSpPr>
            <p:spPr>
              <a:xfrm>
                <a:off x="3515698" y="5910796"/>
                <a:ext cx="597028" cy="484859"/>
              </a:xfrm>
              <a:custGeom>
                <a:avLst/>
                <a:gdLst>
                  <a:gd name="connsiteX0" fmla="*/ 0 w 840259"/>
                  <a:gd name="connsiteY0" fmla="*/ 405323 h 405323"/>
                  <a:gd name="connsiteX1" fmla="*/ 143338 w 840259"/>
                  <a:gd name="connsiteY1" fmla="*/ 21 h 405323"/>
                  <a:gd name="connsiteX2" fmla="*/ 276791 w 840259"/>
                  <a:gd name="connsiteY2" fmla="*/ 385552 h 405323"/>
                  <a:gd name="connsiteX3" fmla="*/ 425072 w 840259"/>
                  <a:gd name="connsiteY3" fmla="*/ 19792 h 405323"/>
                  <a:gd name="connsiteX4" fmla="*/ 553583 w 840259"/>
                  <a:gd name="connsiteY4" fmla="*/ 360838 h 405323"/>
                  <a:gd name="connsiteX5" fmla="*/ 696921 w 840259"/>
                  <a:gd name="connsiteY5" fmla="*/ 34620 h 405323"/>
                  <a:gd name="connsiteX6" fmla="*/ 840259 w 840259"/>
                  <a:gd name="connsiteY6" fmla="*/ 370724 h 405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40259" h="405323">
                    <a:moveTo>
                      <a:pt x="0" y="405323"/>
                    </a:moveTo>
                    <a:cubicBezTo>
                      <a:pt x="48603" y="204319"/>
                      <a:pt x="97206" y="3316"/>
                      <a:pt x="143338" y="21"/>
                    </a:cubicBezTo>
                    <a:cubicBezTo>
                      <a:pt x="189470" y="-3274"/>
                      <a:pt x="229835" y="382257"/>
                      <a:pt x="276791" y="385552"/>
                    </a:cubicBezTo>
                    <a:cubicBezTo>
                      <a:pt x="323747" y="388847"/>
                      <a:pt x="378940" y="23911"/>
                      <a:pt x="425072" y="19792"/>
                    </a:cubicBezTo>
                    <a:cubicBezTo>
                      <a:pt x="471204" y="15673"/>
                      <a:pt x="508275" y="358367"/>
                      <a:pt x="553583" y="360838"/>
                    </a:cubicBezTo>
                    <a:cubicBezTo>
                      <a:pt x="598891" y="363309"/>
                      <a:pt x="649142" y="32972"/>
                      <a:pt x="696921" y="34620"/>
                    </a:cubicBezTo>
                    <a:cubicBezTo>
                      <a:pt x="744700" y="36268"/>
                      <a:pt x="792479" y="203496"/>
                      <a:pt x="840259" y="3707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FDCF3C18-A3D4-1804-30CB-CC8E66C8C876}"/>
                </a:ext>
              </a:extLst>
            </p:cNvPr>
            <p:cNvGrpSpPr/>
            <p:nvPr/>
          </p:nvGrpSpPr>
          <p:grpSpPr>
            <a:xfrm>
              <a:off x="8055712" y="3829379"/>
              <a:ext cx="1129227" cy="1192336"/>
              <a:chOff x="7288998" y="5340504"/>
              <a:chExt cx="1129227" cy="1192336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3CDB12C5-C886-E224-E57B-AA2DCCA4A31D}"/>
                  </a:ext>
                </a:extLst>
              </p:cNvPr>
              <p:cNvGrpSpPr/>
              <p:nvPr/>
            </p:nvGrpSpPr>
            <p:grpSpPr>
              <a:xfrm>
                <a:off x="7464488" y="5734032"/>
                <a:ext cx="630561" cy="615385"/>
                <a:chOff x="840258" y="2011680"/>
                <a:chExt cx="976047" cy="976048"/>
              </a:xfrm>
            </p:grpSpPr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120A0521-3179-3DCF-BC91-5CB93B673EFD}"/>
                    </a:ext>
                  </a:extLst>
                </p:cNvPr>
                <p:cNvCxnSpPr/>
                <p:nvPr/>
              </p:nvCxnSpPr>
              <p:spPr>
                <a:xfrm>
                  <a:off x="840259" y="2011680"/>
                  <a:ext cx="0" cy="97604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045CA178-ADEC-C448-9F65-002CF64C9B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328282" y="2499704"/>
                  <a:ext cx="0" cy="97604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E3E9835-B48A-EB93-8F72-F2316239118B}"/>
                  </a:ext>
                </a:extLst>
              </p:cNvPr>
              <p:cNvSpPr txBox="1"/>
              <p:nvPr/>
            </p:nvSpPr>
            <p:spPr>
              <a:xfrm rot="16200000">
                <a:off x="6925684" y="5703818"/>
                <a:ext cx="9420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-   DO   +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1A0C2CC-8087-59DE-9ECF-217B0EF51369}"/>
                  </a:ext>
                </a:extLst>
              </p:cNvPr>
              <p:cNvSpPr txBox="1"/>
              <p:nvPr/>
            </p:nvSpPr>
            <p:spPr>
              <a:xfrm>
                <a:off x="7420895" y="6317396"/>
                <a:ext cx="99733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-     Time  +</a:t>
                </a: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2C0E52F2-67A3-8C4D-351F-D39938470AA6}"/>
                  </a:ext>
                </a:extLst>
              </p:cNvPr>
              <p:cNvSpPr/>
              <p:nvPr/>
            </p:nvSpPr>
            <p:spPr>
              <a:xfrm>
                <a:off x="7469823" y="6234021"/>
                <a:ext cx="625227" cy="66257"/>
              </a:xfrm>
              <a:custGeom>
                <a:avLst/>
                <a:gdLst>
                  <a:gd name="connsiteX0" fmla="*/ 0 w 840259"/>
                  <a:gd name="connsiteY0" fmla="*/ 405323 h 405323"/>
                  <a:gd name="connsiteX1" fmla="*/ 143338 w 840259"/>
                  <a:gd name="connsiteY1" fmla="*/ 21 h 405323"/>
                  <a:gd name="connsiteX2" fmla="*/ 276791 w 840259"/>
                  <a:gd name="connsiteY2" fmla="*/ 385552 h 405323"/>
                  <a:gd name="connsiteX3" fmla="*/ 425072 w 840259"/>
                  <a:gd name="connsiteY3" fmla="*/ 19792 h 405323"/>
                  <a:gd name="connsiteX4" fmla="*/ 553583 w 840259"/>
                  <a:gd name="connsiteY4" fmla="*/ 360838 h 405323"/>
                  <a:gd name="connsiteX5" fmla="*/ 696921 w 840259"/>
                  <a:gd name="connsiteY5" fmla="*/ 34620 h 405323"/>
                  <a:gd name="connsiteX6" fmla="*/ 840259 w 840259"/>
                  <a:gd name="connsiteY6" fmla="*/ 370724 h 405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40259" h="405323">
                    <a:moveTo>
                      <a:pt x="0" y="405323"/>
                    </a:moveTo>
                    <a:cubicBezTo>
                      <a:pt x="48603" y="204319"/>
                      <a:pt x="97206" y="3316"/>
                      <a:pt x="143338" y="21"/>
                    </a:cubicBezTo>
                    <a:cubicBezTo>
                      <a:pt x="189470" y="-3274"/>
                      <a:pt x="229835" y="382257"/>
                      <a:pt x="276791" y="385552"/>
                    </a:cubicBezTo>
                    <a:cubicBezTo>
                      <a:pt x="323747" y="388847"/>
                      <a:pt x="378940" y="23911"/>
                      <a:pt x="425072" y="19792"/>
                    </a:cubicBezTo>
                    <a:cubicBezTo>
                      <a:pt x="471204" y="15673"/>
                      <a:pt x="508275" y="358367"/>
                      <a:pt x="553583" y="360838"/>
                    </a:cubicBezTo>
                    <a:cubicBezTo>
                      <a:pt x="598891" y="363309"/>
                      <a:pt x="649142" y="32972"/>
                      <a:pt x="696921" y="34620"/>
                    </a:cubicBezTo>
                    <a:cubicBezTo>
                      <a:pt x="744700" y="36268"/>
                      <a:pt x="792479" y="203496"/>
                      <a:pt x="840259" y="3707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2881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E55DF-5816-D251-7DB7-2948A824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C80983A-12BB-0EE0-E63E-7A596BB20EA2}"/>
              </a:ext>
            </a:extLst>
          </p:cNvPr>
          <p:cNvGrpSpPr/>
          <p:nvPr/>
        </p:nvGrpSpPr>
        <p:grpSpPr>
          <a:xfrm>
            <a:off x="780912" y="2353972"/>
            <a:ext cx="6979654" cy="2703050"/>
            <a:chOff x="780912" y="2353972"/>
            <a:chExt cx="6979654" cy="270305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5E0FB62-0065-3ECF-4175-56366107ECF7}"/>
                </a:ext>
              </a:extLst>
            </p:cNvPr>
            <p:cNvGrpSpPr/>
            <p:nvPr/>
          </p:nvGrpSpPr>
          <p:grpSpPr>
            <a:xfrm>
              <a:off x="1838863" y="3765854"/>
              <a:ext cx="947903" cy="914086"/>
              <a:chOff x="144304" y="3034095"/>
              <a:chExt cx="937450" cy="984322"/>
            </a:xfrm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00511E0-9850-A195-532C-5BC7F07FD315}"/>
                  </a:ext>
                </a:extLst>
              </p:cNvPr>
              <p:cNvSpPr/>
              <p:nvPr/>
            </p:nvSpPr>
            <p:spPr>
              <a:xfrm>
                <a:off x="197708" y="3089189"/>
                <a:ext cx="591453" cy="929228"/>
              </a:xfrm>
              <a:custGeom>
                <a:avLst/>
                <a:gdLst>
                  <a:gd name="connsiteX0" fmla="*/ 0 w 591453"/>
                  <a:gd name="connsiteY0" fmla="*/ 0 h 929228"/>
                  <a:gd name="connsiteX1" fmla="*/ 261963 w 591453"/>
                  <a:gd name="connsiteY1" fmla="*/ 227365 h 929228"/>
                  <a:gd name="connsiteX2" fmla="*/ 192766 w 591453"/>
                  <a:gd name="connsiteY2" fmla="*/ 583239 h 929228"/>
                  <a:gd name="connsiteX3" fmla="*/ 533812 w 591453"/>
                  <a:gd name="connsiteY3" fmla="*/ 726577 h 929228"/>
                  <a:gd name="connsiteX4" fmla="*/ 588182 w 591453"/>
                  <a:gd name="connsiteY4" fmla="*/ 929228 h 9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453" h="929228">
                    <a:moveTo>
                      <a:pt x="0" y="0"/>
                    </a:moveTo>
                    <a:cubicBezTo>
                      <a:pt x="114917" y="65079"/>
                      <a:pt x="229835" y="130159"/>
                      <a:pt x="261963" y="227365"/>
                    </a:cubicBezTo>
                    <a:cubicBezTo>
                      <a:pt x="294091" y="324572"/>
                      <a:pt x="147458" y="500037"/>
                      <a:pt x="192766" y="583239"/>
                    </a:cubicBezTo>
                    <a:cubicBezTo>
                      <a:pt x="238074" y="666441"/>
                      <a:pt x="467909" y="668912"/>
                      <a:pt x="533812" y="726577"/>
                    </a:cubicBezTo>
                    <a:cubicBezTo>
                      <a:pt x="599715" y="784242"/>
                      <a:pt x="593948" y="856735"/>
                      <a:pt x="588182" y="92922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444C70A8-6935-5C53-D489-66DA3FC555BE}"/>
                  </a:ext>
                </a:extLst>
              </p:cNvPr>
              <p:cNvSpPr/>
              <p:nvPr/>
            </p:nvSpPr>
            <p:spPr>
              <a:xfrm>
                <a:off x="453885" y="3034095"/>
                <a:ext cx="369177" cy="278319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37662">
                    <a:moveTo>
                      <a:pt x="0" y="337662"/>
                    </a:moveTo>
                    <a:cubicBezTo>
                      <a:pt x="16475" y="281232"/>
                      <a:pt x="32951" y="224803"/>
                      <a:pt x="64255" y="199266"/>
                    </a:cubicBezTo>
                    <a:cubicBezTo>
                      <a:pt x="95559" y="173729"/>
                      <a:pt x="152399" y="216566"/>
                      <a:pt x="187822" y="184438"/>
                    </a:cubicBezTo>
                    <a:cubicBezTo>
                      <a:pt x="223245" y="152310"/>
                      <a:pt x="225716" y="27918"/>
                      <a:pt x="276791" y="6500"/>
                    </a:cubicBezTo>
                    <a:cubicBezTo>
                      <a:pt x="327866" y="-14919"/>
                      <a:pt x="411068" y="20504"/>
                      <a:pt x="494270" y="5592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966BADBE-B759-6F91-8D4D-62234DB5F24E}"/>
                  </a:ext>
                </a:extLst>
              </p:cNvPr>
              <p:cNvSpPr/>
              <p:nvPr/>
            </p:nvSpPr>
            <p:spPr>
              <a:xfrm rot="14296832">
                <a:off x="54296" y="3223213"/>
                <a:ext cx="397023" cy="21700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6320 h 286320"/>
                  <a:gd name="connsiteX1" fmla="*/ 64255 w 494270"/>
                  <a:gd name="connsiteY1" fmla="*/ 147924 h 286320"/>
                  <a:gd name="connsiteX2" fmla="*/ 187822 w 494270"/>
                  <a:gd name="connsiteY2" fmla="*/ 133096 h 286320"/>
                  <a:gd name="connsiteX3" fmla="*/ 302594 w 494270"/>
                  <a:gd name="connsiteY3" fmla="*/ 171390 h 286320"/>
                  <a:gd name="connsiteX4" fmla="*/ 494270 w 494270"/>
                  <a:gd name="connsiteY4" fmla="*/ 4585 h 286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86320">
                    <a:moveTo>
                      <a:pt x="0" y="286320"/>
                    </a:moveTo>
                    <a:cubicBezTo>
                      <a:pt x="16475" y="229890"/>
                      <a:pt x="32951" y="173461"/>
                      <a:pt x="64255" y="147924"/>
                    </a:cubicBezTo>
                    <a:cubicBezTo>
                      <a:pt x="95559" y="122387"/>
                      <a:pt x="148099" y="129185"/>
                      <a:pt x="187822" y="133096"/>
                    </a:cubicBezTo>
                    <a:cubicBezTo>
                      <a:pt x="227545" y="137007"/>
                      <a:pt x="251519" y="192808"/>
                      <a:pt x="302594" y="171390"/>
                    </a:cubicBezTo>
                    <a:cubicBezTo>
                      <a:pt x="353669" y="149971"/>
                      <a:pt x="411068" y="-30838"/>
                      <a:pt x="494270" y="458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14AB511A-75D4-A56D-5A0F-5D52A110CD12}"/>
                  </a:ext>
                </a:extLst>
              </p:cNvPr>
              <p:cNvSpPr/>
              <p:nvPr/>
            </p:nvSpPr>
            <p:spPr>
              <a:xfrm rot="11716960">
                <a:off x="442621" y="3304274"/>
                <a:ext cx="247497" cy="295924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157811 w 494270"/>
                  <a:gd name="connsiteY1" fmla="*/ 257982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14144 w 494270"/>
                  <a:gd name="connsiteY2" fmla="*/ 44448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62695 w 494270"/>
                  <a:gd name="connsiteY2" fmla="*/ 114405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94832">
                    <a:moveTo>
                      <a:pt x="0" y="294832"/>
                    </a:moveTo>
                    <a:cubicBezTo>
                      <a:pt x="16475" y="238402"/>
                      <a:pt x="130695" y="245223"/>
                      <a:pt x="157811" y="215152"/>
                    </a:cubicBezTo>
                    <a:cubicBezTo>
                      <a:pt x="184927" y="185081"/>
                      <a:pt x="135493" y="142859"/>
                      <a:pt x="162695" y="114405"/>
                    </a:cubicBezTo>
                    <a:cubicBezTo>
                      <a:pt x="189897" y="85951"/>
                      <a:pt x="269946" y="65843"/>
                      <a:pt x="321021" y="44425"/>
                    </a:cubicBezTo>
                    <a:cubicBezTo>
                      <a:pt x="372096" y="23006"/>
                      <a:pt x="411068" y="-22326"/>
                      <a:pt x="494270" y="1309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263CF555-F53A-7697-129B-39BA6CCB71BB}"/>
                  </a:ext>
                </a:extLst>
              </p:cNvPr>
              <p:cNvSpPr/>
              <p:nvPr/>
            </p:nvSpPr>
            <p:spPr>
              <a:xfrm rot="15286573">
                <a:off x="110674" y="3461640"/>
                <a:ext cx="351124" cy="25924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701221"/>
                  <a:gd name="connsiteY0" fmla="*/ 335222 h 335222"/>
                  <a:gd name="connsiteX1" fmla="*/ 64255 w 701221"/>
                  <a:gd name="connsiteY1" fmla="*/ 196826 h 335222"/>
                  <a:gd name="connsiteX2" fmla="*/ 187822 w 701221"/>
                  <a:gd name="connsiteY2" fmla="*/ 181998 h 335222"/>
                  <a:gd name="connsiteX3" fmla="*/ 276791 w 701221"/>
                  <a:gd name="connsiteY3" fmla="*/ 4060 h 335222"/>
                  <a:gd name="connsiteX4" fmla="*/ 701220 w 701221"/>
                  <a:gd name="connsiteY4" fmla="*/ 86686 h 335222"/>
                  <a:gd name="connsiteX0" fmla="*/ 0 w 701219"/>
                  <a:gd name="connsiteY0" fmla="*/ 258290 h 258290"/>
                  <a:gd name="connsiteX1" fmla="*/ 64255 w 701219"/>
                  <a:gd name="connsiteY1" fmla="*/ 119894 h 258290"/>
                  <a:gd name="connsiteX2" fmla="*/ 187822 w 701219"/>
                  <a:gd name="connsiteY2" fmla="*/ 105066 h 258290"/>
                  <a:gd name="connsiteX3" fmla="*/ 364382 w 701219"/>
                  <a:gd name="connsiteY3" fmla="*/ 66609 h 258290"/>
                  <a:gd name="connsiteX4" fmla="*/ 701220 w 701219"/>
                  <a:gd name="connsiteY4" fmla="*/ 9754 h 258290"/>
                  <a:gd name="connsiteX0" fmla="*/ 0 w 701221"/>
                  <a:gd name="connsiteY0" fmla="*/ 258290 h 258290"/>
                  <a:gd name="connsiteX1" fmla="*/ 159561 w 701221"/>
                  <a:gd name="connsiteY1" fmla="*/ 188973 h 258290"/>
                  <a:gd name="connsiteX2" fmla="*/ 187822 w 701221"/>
                  <a:gd name="connsiteY2" fmla="*/ 105066 h 258290"/>
                  <a:gd name="connsiteX3" fmla="*/ 364382 w 701221"/>
                  <a:gd name="connsiteY3" fmla="*/ 66609 h 258290"/>
                  <a:gd name="connsiteX4" fmla="*/ 701220 w 701221"/>
                  <a:gd name="connsiteY4" fmla="*/ 9754 h 258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221" h="258290">
                    <a:moveTo>
                      <a:pt x="0" y="258290"/>
                    </a:moveTo>
                    <a:cubicBezTo>
                      <a:pt x="16475" y="201860"/>
                      <a:pt x="128257" y="214510"/>
                      <a:pt x="159561" y="188973"/>
                    </a:cubicBezTo>
                    <a:cubicBezTo>
                      <a:pt x="190865" y="163436"/>
                      <a:pt x="153685" y="125460"/>
                      <a:pt x="187822" y="105066"/>
                    </a:cubicBezTo>
                    <a:cubicBezTo>
                      <a:pt x="221959" y="84672"/>
                      <a:pt x="313307" y="88027"/>
                      <a:pt x="364382" y="66609"/>
                    </a:cubicBezTo>
                    <a:cubicBezTo>
                      <a:pt x="415457" y="45190"/>
                      <a:pt x="618018" y="-25669"/>
                      <a:pt x="701220" y="975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912E3F1E-285D-F79F-4107-8BD8F52764E3}"/>
                  </a:ext>
                </a:extLst>
              </p:cNvPr>
              <p:cNvSpPr/>
              <p:nvPr/>
            </p:nvSpPr>
            <p:spPr>
              <a:xfrm>
                <a:off x="587484" y="3456433"/>
                <a:ext cx="494270" cy="317450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68051 w 494270"/>
                  <a:gd name="connsiteY2" fmla="*/ 105355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7715 h 287715"/>
                  <a:gd name="connsiteX1" fmla="*/ 64255 w 494270"/>
                  <a:gd name="connsiteY1" fmla="*/ 149319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287715 h 287715"/>
                  <a:gd name="connsiteX1" fmla="*/ 128510 w 494270"/>
                  <a:gd name="connsiteY1" fmla="*/ 218517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317450 h 317450"/>
                  <a:gd name="connsiteX1" fmla="*/ 128510 w 494270"/>
                  <a:gd name="connsiteY1" fmla="*/ 248252 h 317450"/>
                  <a:gd name="connsiteX2" fmla="*/ 168051 w 494270"/>
                  <a:gd name="connsiteY2" fmla="*/ 85143 h 317450"/>
                  <a:gd name="connsiteX3" fmla="*/ 281734 w 494270"/>
                  <a:gd name="connsiteY3" fmla="*/ 11001 h 317450"/>
                  <a:gd name="connsiteX4" fmla="*/ 494270 w 494270"/>
                  <a:gd name="connsiteY4" fmla="*/ 35715 h 31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17450">
                    <a:moveTo>
                      <a:pt x="0" y="317450"/>
                    </a:moveTo>
                    <a:cubicBezTo>
                      <a:pt x="16475" y="261020"/>
                      <a:pt x="100502" y="286970"/>
                      <a:pt x="128510" y="248252"/>
                    </a:cubicBezTo>
                    <a:cubicBezTo>
                      <a:pt x="156519" y="209534"/>
                      <a:pt x="142514" y="124685"/>
                      <a:pt x="168051" y="85143"/>
                    </a:cubicBezTo>
                    <a:cubicBezTo>
                      <a:pt x="193588" y="45601"/>
                      <a:pt x="230659" y="32419"/>
                      <a:pt x="281734" y="11001"/>
                    </a:cubicBezTo>
                    <a:cubicBezTo>
                      <a:pt x="332809" y="-10418"/>
                      <a:pt x="411068" y="292"/>
                      <a:pt x="494270" y="3571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FEFD123-9230-BFAF-91A9-5454E179A137}"/>
                </a:ext>
              </a:extLst>
            </p:cNvPr>
            <p:cNvGrpSpPr/>
            <p:nvPr/>
          </p:nvGrpSpPr>
          <p:grpSpPr>
            <a:xfrm>
              <a:off x="4430037" y="3704469"/>
              <a:ext cx="947903" cy="914086"/>
              <a:chOff x="144304" y="3034095"/>
              <a:chExt cx="937450" cy="984322"/>
            </a:xfrm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99E8802A-AC45-3810-DD9C-01FDEF966284}"/>
                  </a:ext>
                </a:extLst>
              </p:cNvPr>
              <p:cNvSpPr/>
              <p:nvPr/>
            </p:nvSpPr>
            <p:spPr>
              <a:xfrm>
                <a:off x="197708" y="3089189"/>
                <a:ext cx="591453" cy="929228"/>
              </a:xfrm>
              <a:custGeom>
                <a:avLst/>
                <a:gdLst>
                  <a:gd name="connsiteX0" fmla="*/ 0 w 591453"/>
                  <a:gd name="connsiteY0" fmla="*/ 0 h 929228"/>
                  <a:gd name="connsiteX1" fmla="*/ 261963 w 591453"/>
                  <a:gd name="connsiteY1" fmla="*/ 227365 h 929228"/>
                  <a:gd name="connsiteX2" fmla="*/ 192766 w 591453"/>
                  <a:gd name="connsiteY2" fmla="*/ 583239 h 929228"/>
                  <a:gd name="connsiteX3" fmla="*/ 533812 w 591453"/>
                  <a:gd name="connsiteY3" fmla="*/ 726577 h 929228"/>
                  <a:gd name="connsiteX4" fmla="*/ 588182 w 591453"/>
                  <a:gd name="connsiteY4" fmla="*/ 929228 h 9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453" h="929228">
                    <a:moveTo>
                      <a:pt x="0" y="0"/>
                    </a:moveTo>
                    <a:cubicBezTo>
                      <a:pt x="114917" y="65079"/>
                      <a:pt x="229835" y="130159"/>
                      <a:pt x="261963" y="227365"/>
                    </a:cubicBezTo>
                    <a:cubicBezTo>
                      <a:pt x="294091" y="324572"/>
                      <a:pt x="147458" y="500037"/>
                      <a:pt x="192766" y="583239"/>
                    </a:cubicBezTo>
                    <a:cubicBezTo>
                      <a:pt x="238074" y="666441"/>
                      <a:pt x="467909" y="668912"/>
                      <a:pt x="533812" y="726577"/>
                    </a:cubicBezTo>
                    <a:cubicBezTo>
                      <a:pt x="599715" y="784242"/>
                      <a:pt x="593948" y="856735"/>
                      <a:pt x="588182" y="92922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DC240999-3379-7D83-97A7-A5BEAF282CBE}"/>
                  </a:ext>
                </a:extLst>
              </p:cNvPr>
              <p:cNvSpPr/>
              <p:nvPr/>
            </p:nvSpPr>
            <p:spPr>
              <a:xfrm>
                <a:off x="453885" y="3034095"/>
                <a:ext cx="369177" cy="278319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37662">
                    <a:moveTo>
                      <a:pt x="0" y="337662"/>
                    </a:moveTo>
                    <a:cubicBezTo>
                      <a:pt x="16475" y="281232"/>
                      <a:pt x="32951" y="224803"/>
                      <a:pt x="64255" y="199266"/>
                    </a:cubicBezTo>
                    <a:cubicBezTo>
                      <a:pt x="95559" y="173729"/>
                      <a:pt x="152399" y="216566"/>
                      <a:pt x="187822" y="184438"/>
                    </a:cubicBezTo>
                    <a:cubicBezTo>
                      <a:pt x="223245" y="152310"/>
                      <a:pt x="225716" y="27918"/>
                      <a:pt x="276791" y="6500"/>
                    </a:cubicBezTo>
                    <a:cubicBezTo>
                      <a:pt x="327866" y="-14919"/>
                      <a:pt x="411068" y="20504"/>
                      <a:pt x="494270" y="55927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A580272D-FEBE-BBA0-D5A1-2E1BDECD5D44}"/>
                  </a:ext>
                </a:extLst>
              </p:cNvPr>
              <p:cNvSpPr/>
              <p:nvPr/>
            </p:nvSpPr>
            <p:spPr>
              <a:xfrm rot="14296832">
                <a:off x="54296" y="3223213"/>
                <a:ext cx="397023" cy="21700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6320 h 286320"/>
                  <a:gd name="connsiteX1" fmla="*/ 64255 w 494270"/>
                  <a:gd name="connsiteY1" fmla="*/ 147924 h 286320"/>
                  <a:gd name="connsiteX2" fmla="*/ 187822 w 494270"/>
                  <a:gd name="connsiteY2" fmla="*/ 133096 h 286320"/>
                  <a:gd name="connsiteX3" fmla="*/ 302594 w 494270"/>
                  <a:gd name="connsiteY3" fmla="*/ 171390 h 286320"/>
                  <a:gd name="connsiteX4" fmla="*/ 494270 w 494270"/>
                  <a:gd name="connsiteY4" fmla="*/ 4585 h 286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86320">
                    <a:moveTo>
                      <a:pt x="0" y="286320"/>
                    </a:moveTo>
                    <a:cubicBezTo>
                      <a:pt x="16475" y="229890"/>
                      <a:pt x="32951" y="173461"/>
                      <a:pt x="64255" y="147924"/>
                    </a:cubicBezTo>
                    <a:cubicBezTo>
                      <a:pt x="95559" y="122387"/>
                      <a:pt x="148099" y="129185"/>
                      <a:pt x="187822" y="133096"/>
                    </a:cubicBezTo>
                    <a:cubicBezTo>
                      <a:pt x="227545" y="137007"/>
                      <a:pt x="251519" y="192808"/>
                      <a:pt x="302594" y="171390"/>
                    </a:cubicBezTo>
                    <a:cubicBezTo>
                      <a:pt x="353669" y="149971"/>
                      <a:pt x="411068" y="-30838"/>
                      <a:pt x="494270" y="458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405C7FEE-A0D5-084E-49DE-1BA2D6C0171B}"/>
                  </a:ext>
                </a:extLst>
              </p:cNvPr>
              <p:cNvSpPr/>
              <p:nvPr/>
            </p:nvSpPr>
            <p:spPr>
              <a:xfrm rot="11716960">
                <a:off x="442621" y="3304274"/>
                <a:ext cx="247497" cy="295924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157811 w 494270"/>
                  <a:gd name="connsiteY1" fmla="*/ 257982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14144 w 494270"/>
                  <a:gd name="connsiteY2" fmla="*/ 44448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62695 w 494270"/>
                  <a:gd name="connsiteY2" fmla="*/ 114405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94832">
                    <a:moveTo>
                      <a:pt x="0" y="294832"/>
                    </a:moveTo>
                    <a:cubicBezTo>
                      <a:pt x="16475" y="238402"/>
                      <a:pt x="130695" y="245223"/>
                      <a:pt x="157811" y="215152"/>
                    </a:cubicBezTo>
                    <a:cubicBezTo>
                      <a:pt x="184927" y="185081"/>
                      <a:pt x="135493" y="142859"/>
                      <a:pt x="162695" y="114405"/>
                    </a:cubicBezTo>
                    <a:cubicBezTo>
                      <a:pt x="189897" y="85951"/>
                      <a:pt x="269946" y="65843"/>
                      <a:pt x="321021" y="44425"/>
                    </a:cubicBezTo>
                    <a:cubicBezTo>
                      <a:pt x="372096" y="23006"/>
                      <a:pt x="411068" y="-22326"/>
                      <a:pt x="494270" y="1309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E296785-817E-FF2E-42D6-1BECD9542CCB}"/>
                  </a:ext>
                </a:extLst>
              </p:cNvPr>
              <p:cNvSpPr/>
              <p:nvPr/>
            </p:nvSpPr>
            <p:spPr>
              <a:xfrm rot="15286573">
                <a:off x="110674" y="3461640"/>
                <a:ext cx="351124" cy="25924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701221"/>
                  <a:gd name="connsiteY0" fmla="*/ 335222 h 335222"/>
                  <a:gd name="connsiteX1" fmla="*/ 64255 w 701221"/>
                  <a:gd name="connsiteY1" fmla="*/ 196826 h 335222"/>
                  <a:gd name="connsiteX2" fmla="*/ 187822 w 701221"/>
                  <a:gd name="connsiteY2" fmla="*/ 181998 h 335222"/>
                  <a:gd name="connsiteX3" fmla="*/ 276791 w 701221"/>
                  <a:gd name="connsiteY3" fmla="*/ 4060 h 335222"/>
                  <a:gd name="connsiteX4" fmla="*/ 701220 w 701221"/>
                  <a:gd name="connsiteY4" fmla="*/ 86686 h 335222"/>
                  <a:gd name="connsiteX0" fmla="*/ 0 w 701219"/>
                  <a:gd name="connsiteY0" fmla="*/ 258290 h 258290"/>
                  <a:gd name="connsiteX1" fmla="*/ 64255 w 701219"/>
                  <a:gd name="connsiteY1" fmla="*/ 119894 h 258290"/>
                  <a:gd name="connsiteX2" fmla="*/ 187822 w 701219"/>
                  <a:gd name="connsiteY2" fmla="*/ 105066 h 258290"/>
                  <a:gd name="connsiteX3" fmla="*/ 364382 w 701219"/>
                  <a:gd name="connsiteY3" fmla="*/ 66609 h 258290"/>
                  <a:gd name="connsiteX4" fmla="*/ 701220 w 701219"/>
                  <a:gd name="connsiteY4" fmla="*/ 9754 h 258290"/>
                  <a:gd name="connsiteX0" fmla="*/ 0 w 701221"/>
                  <a:gd name="connsiteY0" fmla="*/ 258290 h 258290"/>
                  <a:gd name="connsiteX1" fmla="*/ 159561 w 701221"/>
                  <a:gd name="connsiteY1" fmla="*/ 188973 h 258290"/>
                  <a:gd name="connsiteX2" fmla="*/ 187822 w 701221"/>
                  <a:gd name="connsiteY2" fmla="*/ 105066 h 258290"/>
                  <a:gd name="connsiteX3" fmla="*/ 364382 w 701221"/>
                  <a:gd name="connsiteY3" fmla="*/ 66609 h 258290"/>
                  <a:gd name="connsiteX4" fmla="*/ 701220 w 701221"/>
                  <a:gd name="connsiteY4" fmla="*/ 9754 h 258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221" h="258290">
                    <a:moveTo>
                      <a:pt x="0" y="258290"/>
                    </a:moveTo>
                    <a:cubicBezTo>
                      <a:pt x="16475" y="201860"/>
                      <a:pt x="128257" y="214510"/>
                      <a:pt x="159561" y="188973"/>
                    </a:cubicBezTo>
                    <a:cubicBezTo>
                      <a:pt x="190865" y="163436"/>
                      <a:pt x="153685" y="125460"/>
                      <a:pt x="187822" y="105066"/>
                    </a:cubicBezTo>
                    <a:cubicBezTo>
                      <a:pt x="221959" y="84672"/>
                      <a:pt x="313307" y="88027"/>
                      <a:pt x="364382" y="66609"/>
                    </a:cubicBezTo>
                    <a:cubicBezTo>
                      <a:pt x="415457" y="45190"/>
                      <a:pt x="618018" y="-25669"/>
                      <a:pt x="701220" y="975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C6F7C9A5-A161-5293-FEF5-AA8CDC546F5C}"/>
                  </a:ext>
                </a:extLst>
              </p:cNvPr>
              <p:cNvSpPr/>
              <p:nvPr/>
            </p:nvSpPr>
            <p:spPr>
              <a:xfrm>
                <a:off x="587484" y="3456433"/>
                <a:ext cx="494270" cy="317450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68051 w 494270"/>
                  <a:gd name="connsiteY2" fmla="*/ 105355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7715 h 287715"/>
                  <a:gd name="connsiteX1" fmla="*/ 64255 w 494270"/>
                  <a:gd name="connsiteY1" fmla="*/ 149319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287715 h 287715"/>
                  <a:gd name="connsiteX1" fmla="*/ 128510 w 494270"/>
                  <a:gd name="connsiteY1" fmla="*/ 218517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317450 h 317450"/>
                  <a:gd name="connsiteX1" fmla="*/ 128510 w 494270"/>
                  <a:gd name="connsiteY1" fmla="*/ 248252 h 317450"/>
                  <a:gd name="connsiteX2" fmla="*/ 168051 w 494270"/>
                  <a:gd name="connsiteY2" fmla="*/ 85143 h 317450"/>
                  <a:gd name="connsiteX3" fmla="*/ 281734 w 494270"/>
                  <a:gd name="connsiteY3" fmla="*/ 11001 h 317450"/>
                  <a:gd name="connsiteX4" fmla="*/ 494270 w 494270"/>
                  <a:gd name="connsiteY4" fmla="*/ 35715 h 31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17450">
                    <a:moveTo>
                      <a:pt x="0" y="317450"/>
                    </a:moveTo>
                    <a:cubicBezTo>
                      <a:pt x="16475" y="261020"/>
                      <a:pt x="100502" y="286970"/>
                      <a:pt x="128510" y="248252"/>
                    </a:cubicBezTo>
                    <a:cubicBezTo>
                      <a:pt x="156519" y="209534"/>
                      <a:pt x="142514" y="124685"/>
                      <a:pt x="168051" y="85143"/>
                    </a:cubicBezTo>
                    <a:cubicBezTo>
                      <a:pt x="193588" y="45601"/>
                      <a:pt x="230659" y="32419"/>
                      <a:pt x="281734" y="11001"/>
                    </a:cubicBezTo>
                    <a:cubicBezTo>
                      <a:pt x="332809" y="-10418"/>
                      <a:pt x="411068" y="292"/>
                      <a:pt x="494270" y="3571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5FC8746-71A7-A737-47C3-059F7A324080}"/>
                </a:ext>
              </a:extLst>
            </p:cNvPr>
            <p:cNvGrpSpPr/>
            <p:nvPr/>
          </p:nvGrpSpPr>
          <p:grpSpPr>
            <a:xfrm>
              <a:off x="6812663" y="3655250"/>
              <a:ext cx="947903" cy="914086"/>
              <a:chOff x="144304" y="3034095"/>
              <a:chExt cx="937450" cy="984322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05A8EC8-7D84-FB84-C37A-0572B8E36908}"/>
                  </a:ext>
                </a:extLst>
              </p:cNvPr>
              <p:cNvSpPr/>
              <p:nvPr/>
            </p:nvSpPr>
            <p:spPr>
              <a:xfrm>
                <a:off x="197708" y="3089189"/>
                <a:ext cx="591453" cy="929228"/>
              </a:xfrm>
              <a:custGeom>
                <a:avLst/>
                <a:gdLst>
                  <a:gd name="connsiteX0" fmla="*/ 0 w 591453"/>
                  <a:gd name="connsiteY0" fmla="*/ 0 h 929228"/>
                  <a:gd name="connsiteX1" fmla="*/ 261963 w 591453"/>
                  <a:gd name="connsiteY1" fmla="*/ 227365 h 929228"/>
                  <a:gd name="connsiteX2" fmla="*/ 192766 w 591453"/>
                  <a:gd name="connsiteY2" fmla="*/ 583239 h 929228"/>
                  <a:gd name="connsiteX3" fmla="*/ 533812 w 591453"/>
                  <a:gd name="connsiteY3" fmla="*/ 726577 h 929228"/>
                  <a:gd name="connsiteX4" fmla="*/ 588182 w 591453"/>
                  <a:gd name="connsiteY4" fmla="*/ 929228 h 9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453" h="929228">
                    <a:moveTo>
                      <a:pt x="0" y="0"/>
                    </a:moveTo>
                    <a:cubicBezTo>
                      <a:pt x="114917" y="65079"/>
                      <a:pt x="229835" y="130159"/>
                      <a:pt x="261963" y="227365"/>
                    </a:cubicBezTo>
                    <a:cubicBezTo>
                      <a:pt x="294091" y="324572"/>
                      <a:pt x="147458" y="500037"/>
                      <a:pt x="192766" y="583239"/>
                    </a:cubicBezTo>
                    <a:cubicBezTo>
                      <a:pt x="238074" y="666441"/>
                      <a:pt x="467909" y="668912"/>
                      <a:pt x="533812" y="726577"/>
                    </a:cubicBezTo>
                    <a:cubicBezTo>
                      <a:pt x="599715" y="784242"/>
                      <a:pt x="593948" y="856735"/>
                      <a:pt x="588182" y="929228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33D9B286-03F4-7EA3-B113-A532FC9417C1}"/>
                  </a:ext>
                </a:extLst>
              </p:cNvPr>
              <p:cNvSpPr/>
              <p:nvPr/>
            </p:nvSpPr>
            <p:spPr>
              <a:xfrm>
                <a:off x="453885" y="3034095"/>
                <a:ext cx="369177" cy="278319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37662">
                    <a:moveTo>
                      <a:pt x="0" y="337662"/>
                    </a:moveTo>
                    <a:cubicBezTo>
                      <a:pt x="16475" y="281232"/>
                      <a:pt x="32951" y="224803"/>
                      <a:pt x="64255" y="199266"/>
                    </a:cubicBezTo>
                    <a:cubicBezTo>
                      <a:pt x="95559" y="173729"/>
                      <a:pt x="152399" y="216566"/>
                      <a:pt x="187822" y="184438"/>
                    </a:cubicBezTo>
                    <a:cubicBezTo>
                      <a:pt x="223245" y="152310"/>
                      <a:pt x="225716" y="27918"/>
                      <a:pt x="276791" y="6500"/>
                    </a:cubicBezTo>
                    <a:cubicBezTo>
                      <a:pt x="327866" y="-14919"/>
                      <a:pt x="411068" y="20504"/>
                      <a:pt x="494270" y="55927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E0BFFB55-B763-4C0E-C4B4-DA80EBCA4E09}"/>
                  </a:ext>
                </a:extLst>
              </p:cNvPr>
              <p:cNvSpPr/>
              <p:nvPr/>
            </p:nvSpPr>
            <p:spPr>
              <a:xfrm rot="14296832">
                <a:off x="54296" y="3223213"/>
                <a:ext cx="397023" cy="21700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6320 h 286320"/>
                  <a:gd name="connsiteX1" fmla="*/ 64255 w 494270"/>
                  <a:gd name="connsiteY1" fmla="*/ 147924 h 286320"/>
                  <a:gd name="connsiteX2" fmla="*/ 187822 w 494270"/>
                  <a:gd name="connsiteY2" fmla="*/ 133096 h 286320"/>
                  <a:gd name="connsiteX3" fmla="*/ 302594 w 494270"/>
                  <a:gd name="connsiteY3" fmla="*/ 171390 h 286320"/>
                  <a:gd name="connsiteX4" fmla="*/ 494270 w 494270"/>
                  <a:gd name="connsiteY4" fmla="*/ 4585 h 286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86320">
                    <a:moveTo>
                      <a:pt x="0" y="286320"/>
                    </a:moveTo>
                    <a:cubicBezTo>
                      <a:pt x="16475" y="229890"/>
                      <a:pt x="32951" y="173461"/>
                      <a:pt x="64255" y="147924"/>
                    </a:cubicBezTo>
                    <a:cubicBezTo>
                      <a:pt x="95559" y="122387"/>
                      <a:pt x="148099" y="129185"/>
                      <a:pt x="187822" y="133096"/>
                    </a:cubicBezTo>
                    <a:cubicBezTo>
                      <a:pt x="227545" y="137007"/>
                      <a:pt x="251519" y="192808"/>
                      <a:pt x="302594" y="171390"/>
                    </a:cubicBezTo>
                    <a:cubicBezTo>
                      <a:pt x="353669" y="149971"/>
                      <a:pt x="411068" y="-30838"/>
                      <a:pt x="494270" y="458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5E5C201-C157-D6E6-0CC2-A19FC1490F93}"/>
                  </a:ext>
                </a:extLst>
              </p:cNvPr>
              <p:cNvSpPr/>
              <p:nvPr/>
            </p:nvSpPr>
            <p:spPr>
              <a:xfrm rot="11716960">
                <a:off x="442621" y="3304274"/>
                <a:ext cx="247497" cy="295924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157811 w 494270"/>
                  <a:gd name="connsiteY1" fmla="*/ 257982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14144 w 494270"/>
                  <a:gd name="connsiteY2" fmla="*/ 44448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62695 w 494270"/>
                  <a:gd name="connsiteY2" fmla="*/ 114405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94832">
                    <a:moveTo>
                      <a:pt x="0" y="294832"/>
                    </a:moveTo>
                    <a:cubicBezTo>
                      <a:pt x="16475" y="238402"/>
                      <a:pt x="130695" y="245223"/>
                      <a:pt x="157811" y="215152"/>
                    </a:cubicBezTo>
                    <a:cubicBezTo>
                      <a:pt x="184927" y="185081"/>
                      <a:pt x="135493" y="142859"/>
                      <a:pt x="162695" y="114405"/>
                    </a:cubicBezTo>
                    <a:cubicBezTo>
                      <a:pt x="189897" y="85951"/>
                      <a:pt x="269946" y="65843"/>
                      <a:pt x="321021" y="44425"/>
                    </a:cubicBezTo>
                    <a:cubicBezTo>
                      <a:pt x="372096" y="23006"/>
                      <a:pt x="411068" y="-22326"/>
                      <a:pt x="494270" y="13097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32F85A57-FB26-FB54-5EE2-E4E183507202}"/>
                  </a:ext>
                </a:extLst>
              </p:cNvPr>
              <p:cNvSpPr/>
              <p:nvPr/>
            </p:nvSpPr>
            <p:spPr>
              <a:xfrm rot="15286573">
                <a:off x="110674" y="3461640"/>
                <a:ext cx="351124" cy="25924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701221"/>
                  <a:gd name="connsiteY0" fmla="*/ 335222 h 335222"/>
                  <a:gd name="connsiteX1" fmla="*/ 64255 w 701221"/>
                  <a:gd name="connsiteY1" fmla="*/ 196826 h 335222"/>
                  <a:gd name="connsiteX2" fmla="*/ 187822 w 701221"/>
                  <a:gd name="connsiteY2" fmla="*/ 181998 h 335222"/>
                  <a:gd name="connsiteX3" fmla="*/ 276791 w 701221"/>
                  <a:gd name="connsiteY3" fmla="*/ 4060 h 335222"/>
                  <a:gd name="connsiteX4" fmla="*/ 701220 w 701221"/>
                  <a:gd name="connsiteY4" fmla="*/ 86686 h 335222"/>
                  <a:gd name="connsiteX0" fmla="*/ 0 w 701219"/>
                  <a:gd name="connsiteY0" fmla="*/ 258290 h 258290"/>
                  <a:gd name="connsiteX1" fmla="*/ 64255 w 701219"/>
                  <a:gd name="connsiteY1" fmla="*/ 119894 h 258290"/>
                  <a:gd name="connsiteX2" fmla="*/ 187822 w 701219"/>
                  <a:gd name="connsiteY2" fmla="*/ 105066 h 258290"/>
                  <a:gd name="connsiteX3" fmla="*/ 364382 w 701219"/>
                  <a:gd name="connsiteY3" fmla="*/ 66609 h 258290"/>
                  <a:gd name="connsiteX4" fmla="*/ 701220 w 701219"/>
                  <a:gd name="connsiteY4" fmla="*/ 9754 h 258290"/>
                  <a:gd name="connsiteX0" fmla="*/ 0 w 701221"/>
                  <a:gd name="connsiteY0" fmla="*/ 258290 h 258290"/>
                  <a:gd name="connsiteX1" fmla="*/ 159561 w 701221"/>
                  <a:gd name="connsiteY1" fmla="*/ 188973 h 258290"/>
                  <a:gd name="connsiteX2" fmla="*/ 187822 w 701221"/>
                  <a:gd name="connsiteY2" fmla="*/ 105066 h 258290"/>
                  <a:gd name="connsiteX3" fmla="*/ 364382 w 701221"/>
                  <a:gd name="connsiteY3" fmla="*/ 66609 h 258290"/>
                  <a:gd name="connsiteX4" fmla="*/ 701220 w 701221"/>
                  <a:gd name="connsiteY4" fmla="*/ 9754 h 258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221" h="258290">
                    <a:moveTo>
                      <a:pt x="0" y="258290"/>
                    </a:moveTo>
                    <a:cubicBezTo>
                      <a:pt x="16475" y="201860"/>
                      <a:pt x="128257" y="214510"/>
                      <a:pt x="159561" y="188973"/>
                    </a:cubicBezTo>
                    <a:cubicBezTo>
                      <a:pt x="190865" y="163436"/>
                      <a:pt x="153685" y="125460"/>
                      <a:pt x="187822" y="105066"/>
                    </a:cubicBezTo>
                    <a:cubicBezTo>
                      <a:pt x="221959" y="84672"/>
                      <a:pt x="313307" y="88027"/>
                      <a:pt x="364382" y="66609"/>
                    </a:cubicBezTo>
                    <a:cubicBezTo>
                      <a:pt x="415457" y="45190"/>
                      <a:pt x="618018" y="-25669"/>
                      <a:pt x="701220" y="9754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694A477-E8DD-DF03-5FFB-0D20CFA41C1A}"/>
                  </a:ext>
                </a:extLst>
              </p:cNvPr>
              <p:cNvSpPr/>
              <p:nvPr/>
            </p:nvSpPr>
            <p:spPr>
              <a:xfrm>
                <a:off x="587484" y="3456433"/>
                <a:ext cx="494270" cy="317450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68051 w 494270"/>
                  <a:gd name="connsiteY2" fmla="*/ 105355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7715 h 287715"/>
                  <a:gd name="connsiteX1" fmla="*/ 64255 w 494270"/>
                  <a:gd name="connsiteY1" fmla="*/ 149319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287715 h 287715"/>
                  <a:gd name="connsiteX1" fmla="*/ 128510 w 494270"/>
                  <a:gd name="connsiteY1" fmla="*/ 218517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317450 h 317450"/>
                  <a:gd name="connsiteX1" fmla="*/ 128510 w 494270"/>
                  <a:gd name="connsiteY1" fmla="*/ 248252 h 317450"/>
                  <a:gd name="connsiteX2" fmla="*/ 168051 w 494270"/>
                  <a:gd name="connsiteY2" fmla="*/ 85143 h 317450"/>
                  <a:gd name="connsiteX3" fmla="*/ 281734 w 494270"/>
                  <a:gd name="connsiteY3" fmla="*/ 11001 h 317450"/>
                  <a:gd name="connsiteX4" fmla="*/ 494270 w 494270"/>
                  <a:gd name="connsiteY4" fmla="*/ 35715 h 31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17450">
                    <a:moveTo>
                      <a:pt x="0" y="317450"/>
                    </a:moveTo>
                    <a:cubicBezTo>
                      <a:pt x="16475" y="261020"/>
                      <a:pt x="100502" y="286970"/>
                      <a:pt x="128510" y="248252"/>
                    </a:cubicBezTo>
                    <a:cubicBezTo>
                      <a:pt x="156519" y="209534"/>
                      <a:pt x="142514" y="124685"/>
                      <a:pt x="168051" y="85143"/>
                    </a:cubicBezTo>
                    <a:cubicBezTo>
                      <a:pt x="193588" y="45601"/>
                      <a:pt x="230659" y="32419"/>
                      <a:pt x="281734" y="11001"/>
                    </a:cubicBezTo>
                    <a:cubicBezTo>
                      <a:pt x="332809" y="-10418"/>
                      <a:pt x="411068" y="292"/>
                      <a:pt x="494270" y="3571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0" name="Right Arrow 59">
              <a:extLst>
                <a:ext uri="{FF2B5EF4-FFF2-40B4-BE49-F238E27FC236}">
                  <a16:creationId xmlns:a16="http://schemas.microsoft.com/office/drawing/2014/main" id="{B459AD10-8F42-04F3-0D6B-E862465462D1}"/>
                </a:ext>
              </a:extLst>
            </p:cNvPr>
            <p:cNvSpPr/>
            <p:nvPr/>
          </p:nvSpPr>
          <p:spPr>
            <a:xfrm>
              <a:off x="826310" y="4606823"/>
              <a:ext cx="6934255" cy="450199"/>
            </a:xfrm>
            <a:prstGeom prst="rightArrow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rgbClr val="9A6324"/>
                </a:gs>
                <a:gs pos="100000">
                  <a:srgbClr val="9A6324"/>
                </a:gs>
                <a:gs pos="100000">
                  <a:srgbClr val="9A6324"/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401A584D-C688-A813-2092-F3180BE73AD1}"/>
                </a:ext>
              </a:extLst>
            </p:cNvPr>
            <p:cNvGrpSpPr/>
            <p:nvPr/>
          </p:nvGrpSpPr>
          <p:grpSpPr>
            <a:xfrm>
              <a:off x="868409" y="3683370"/>
              <a:ext cx="1008603" cy="1056433"/>
              <a:chOff x="5930096" y="17360"/>
              <a:chExt cx="729717" cy="760893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F8BFC1AE-C88C-53EE-DC8D-8219ACC320C9}"/>
                  </a:ext>
                </a:extLst>
              </p:cNvPr>
              <p:cNvGrpSpPr/>
              <p:nvPr/>
            </p:nvGrpSpPr>
            <p:grpSpPr>
              <a:xfrm>
                <a:off x="5930096" y="17360"/>
                <a:ext cx="523512" cy="626151"/>
                <a:chOff x="2880048" y="1066532"/>
                <a:chExt cx="523512" cy="626151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E72EDAE2-B842-5593-3855-DE139E5A0EA9}"/>
                    </a:ext>
                  </a:extLst>
                </p:cNvPr>
                <p:cNvGrpSpPr/>
                <p:nvPr/>
              </p:nvGrpSpPr>
              <p:grpSpPr>
                <a:xfrm>
                  <a:off x="3001224" y="1300031"/>
                  <a:ext cx="402336" cy="392652"/>
                  <a:chOff x="6167134" y="15877"/>
                  <a:chExt cx="976048" cy="976048"/>
                </a:xfrm>
              </p:grpSpPr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BA44CD5E-CCC5-7808-9AC0-587C1FF63A4B}"/>
                      </a:ext>
                    </a:extLst>
                  </p:cNvPr>
                  <p:cNvGrpSpPr/>
                  <p:nvPr/>
                </p:nvGrpSpPr>
                <p:grpSpPr>
                  <a:xfrm>
                    <a:off x="6167134" y="15877"/>
                    <a:ext cx="976047" cy="976048"/>
                    <a:chOff x="840258" y="2011680"/>
                    <a:chExt cx="976047" cy="976048"/>
                  </a:xfrm>
                </p:grpSpPr>
                <p:cxnSp>
                  <p:nvCxnSpPr>
                    <p:cNvPr id="85" name="Straight Connector 84">
                      <a:extLst>
                        <a:ext uri="{FF2B5EF4-FFF2-40B4-BE49-F238E27FC236}">
                          <a16:creationId xmlns:a16="http://schemas.microsoft.com/office/drawing/2014/main" id="{90E9EFDB-868B-80D1-DDEC-1C986277182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0259" y="2011680"/>
                      <a:ext cx="0" cy="9760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Straight Connector 85">
                      <a:extLst>
                        <a:ext uri="{FF2B5EF4-FFF2-40B4-BE49-F238E27FC236}">
                          <a16:creationId xmlns:a16="http://schemas.microsoft.com/office/drawing/2014/main" id="{E537CC0D-6DA5-7FAC-3EDA-B196656811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328282" y="2499704"/>
                      <a:ext cx="0" cy="9760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4" name="Freeform 83">
                    <a:extLst>
                      <a:ext uri="{FF2B5EF4-FFF2-40B4-BE49-F238E27FC236}">
                        <a16:creationId xmlns:a16="http://schemas.microsoft.com/office/drawing/2014/main" id="{399EAA5B-8DB7-00CE-25D4-A5337430254E}"/>
                      </a:ext>
                    </a:extLst>
                  </p:cNvPr>
                  <p:cNvSpPr/>
                  <p:nvPr/>
                </p:nvSpPr>
                <p:spPr>
                  <a:xfrm>
                    <a:off x="6167157" y="159970"/>
                    <a:ext cx="976025" cy="362152"/>
                  </a:xfrm>
                  <a:custGeom>
                    <a:avLst/>
                    <a:gdLst>
                      <a:gd name="connsiteX0" fmla="*/ 0 w 840259"/>
                      <a:gd name="connsiteY0" fmla="*/ 405323 h 405323"/>
                      <a:gd name="connsiteX1" fmla="*/ 143338 w 840259"/>
                      <a:gd name="connsiteY1" fmla="*/ 21 h 405323"/>
                      <a:gd name="connsiteX2" fmla="*/ 276791 w 840259"/>
                      <a:gd name="connsiteY2" fmla="*/ 385552 h 405323"/>
                      <a:gd name="connsiteX3" fmla="*/ 425072 w 840259"/>
                      <a:gd name="connsiteY3" fmla="*/ 19792 h 405323"/>
                      <a:gd name="connsiteX4" fmla="*/ 553583 w 840259"/>
                      <a:gd name="connsiteY4" fmla="*/ 360838 h 405323"/>
                      <a:gd name="connsiteX5" fmla="*/ 696921 w 840259"/>
                      <a:gd name="connsiteY5" fmla="*/ 34620 h 405323"/>
                      <a:gd name="connsiteX6" fmla="*/ 840259 w 840259"/>
                      <a:gd name="connsiteY6" fmla="*/ 370724 h 405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40259" h="405323">
                        <a:moveTo>
                          <a:pt x="0" y="405323"/>
                        </a:moveTo>
                        <a:cubicBezTo>
                          <a:pt x="48603" y="204319"/>
                          <a:pt x="97206" y="3316"/>
                          <a:pt x="143338" y="21"/>
                        </a:cubicBezTo>
                        <a:cubicBezTo>
                          <a:pt x="189470" y="-3274"/>
                          <a:pt x="229835" y="382257"/>
                          <a:pt x="276791" y="385552"/>
                        </a:cubicBezTo>
                        <a:cubicBezTo>
                          <a:pt x="323747" y="388847"/>
                          <a:pt x="378940" y="23911"/>
                          <a:pt x="425072" y="19792"/>
                        </a:cubicBezTo>
                        <a:cubicBezTo>
                          <a:pt x="471204" y="15673"/>
                          <a:pt x="508275" y="358367"/>
                          <a:pt x="553583" y="360838"/>
                        </a:cubicBezTo>
                        <a:cubicBezTo>
                          <a:pt x="598891" y="363309"/>
                          <a:pt x="649142" y="32972"/>
                          <a:pt x="696921" y="34620"/>
                        </a:cubicBezTo>
                        <a:cubicBezTo>
                          <a:pt x="744700" y="36268"/>
                          <a:pt x="792479" y="203496"/>
                          <a:pt x="840259" y="370724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2E3651CE-EA66-53D5-AB57-12540EA9531C}"/>
                    </a:ext>
                  </a:extLst>
                </p:cNvPr>
                <p:cNvSpPr txBox="1"/>
                <p:nvPr/>
              </p:nvSpPr>
              <p:spPr>
                <a:xfrm rot="16200000">
                  <a:off x="2657435" y="1289145"/>
                  <a:ext cx="601097" cy="1558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   DO   +</a:t>
                  </a:r>
                </a:p>
              </p:txBody>
            </p:sp>
          </p:grp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78C7FC0-3696-E189-76CD-E54034707A30}"/>
                  </a:ext>
                </a:extLst>
              </p:cNvPr>
              <p:cNvSpPr txBox="1"/>
              <p:nvPr/>
            </p:nvSpPr>
            <p:spPr>
              <a:xfrm>
                <a:off x="6023457" y="623080"/>
                <a:ext cx="636356" cy="155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  Time  +</a:t>
                </a:r>
              </a:p>
            </p:txBody>
          </p:sp>
        </p:grpSp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43D5B676-EEB6-5CBC-7559-8134A100E084}"/>
                </a:ext>
              </a:extLst>
            </p:cNvPr>
            <p:cNvSpPr/>
            <p:nvPr/>
          </p:nvSpPr>
          <p:spPr>
            <a:xfrm>
              <a:off x="1081303" y="2362560"/>
              <a:ext cx="1506914" cy="248387"/>
            </a:xfrm>
            <a:prstGeom prst="roundRect">
              <a:avLst/>
            </a:prstGeom>
            <a:solidFill>
              <a:srgbClr val="4A91C3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1: Oxygenated</a:t>
              </a:r>
            </a:p>
          </p:txBody>
        </p: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D8271C47-CE8B-A709-3933-959D900EFC00}"/>
                </a:ext>
              </a:extLst>
            </p:cNvPr>
            <p:cNvSpPr/>
            <p:nvPr/>
          </p:nvSpPr>
          <p:spPr>
            <a:xfrm>
              <a:off x="3490098" y="2360656"/>
              <a:ext cx="1446609" cy="248388"/>
            </a:xfrm>
            <a:prstGeom prst="roundRect">
              <a:avLst/>
            </a:prstGeom>
            <a:solidFill>
              <a:srgbClr val="4FB292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2: Transitional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39CE5C54-ECF9-AF64-3B73-4D2EECB531DF}"/>
                </a:ext>
              </a:extLst>
            </p:cNvPr>
            <p:cNvSpPr/>
            <p:nvPr/>
          </p:nvSpPr>
          <p:spPr>
            <a:xfrm>
              <a:off x="5717278" y="2353972"/>
              <a:ext cx="1237155" cy="248838"/>
            </a:xfrm>
            <a:prstGeom prst="roundRect">
              <a:avLst/>
            </a:prstGeom>
            <a:solidFill>
              <a:srgbClr val="ECB4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3: Hypoxic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AFF986-5FB4-8D1E-B558-A59AA3AB6323}"/>
                </a:ext>
              </a:extLst>
            </p:cNvPr>
            <p:cNvSpPr txBox="1"/>
            <p:nvPr/>
          </p:nvSpPr>
          <p:spPr>
            <a:xfrm>
              <a:off x="3408264" y="4634097"/>
              <a:ext cx="1653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Network Extent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DE4F57E-7C8A-3216-F8EE-139893E45AA6}"/>
                </a:ext>
              </a:extLst>
            </p:cNvPr>
            <p:cNvSpPr txBox="1"/>
            <p:nvPr/>
          </p:nvSpPr>
          <p:spPr>
            <a:xfrm>
              <a:off x="780912" y="4647023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790AFAF-F58B-E9F1-F368-BAD0064F4884}"/>
                </a:ext>
              </a:extLst>
            </p:cNvPr>
            <p:cNvSpPr txBox="1"/>
            <p:nvPr/>
          </p:nvSpPr>
          <p:spPr>
            <a:xfrm>
              <a:off x="7379870" y="461046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6D62557-0EE1-C5F7-E0EF-8DADCADE80C6}"/>
                </a:ext>
              </a:extLst>
            </p:cNvPr>
            <p:cNvGrpSpPr/>
            <p:nvPr/>
          </p:nvGrpSpPr>
          <p:grpSpPr>
            <a:xfrm>
              <a:off x="3207272" y="3681851"/>
              <a:ext cx="1008604" cy="1056430"/>
              <a:chOff x="3318192" y="5544847"/>
              <a:chExt cx="1143651" cy="1192509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162733-8853-14DF-EC22-2B6D9405C92C}"/>
                  </a:ext>
                </a:extLst>
              </p:cNvPr>
              <p:cNvSpPr txBox="1"/>
              <p:nvPr/>
            </p:nvSpPr>
            <p:spPr>
              <a:xfrm rot="16200000">
                <a:off x="2969302" y="5893737"/>
                <a:ext cx="942072" cy="244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DO   +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D2DF6BF-CC43-6085-C043-2DD3980981C2}"/>
                  </a:ext>
                </a:extLst>
              </p:cNvPr>
              <p:cNvCxnSpPr/>
              <p:nvPr/>
            </p:nvCxnSpPr>
            <p:spPr>
              <a:xfrm>
                <a:off x="3508107" y="5910797"/>
                <a:ext cx="0" cy="6153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C77AADC-6C88-F75C-01EF-53119385714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823387" y="6210901"/>
                <a:ext cx="0" cy="6305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7AE9DB-9C7A-5C4B-F1D8-E4B89DBE0BAD}"/>
                  </a:ext>
                </a:extLst>
              </p:cNvPr>
              <p:cNvSpPr txBox="1"/>
              <p:nvPr/>
            </p:nvSpPr>
            <p:spPr>
              <a:xfrm>
                <a:off x="3464513" y="6494161"/>
                <a:ext cx="997330" cy="243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  Time  +</a:t>
                </a: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1ED4B324-1264-EAAE-7F9D-5B1FF8B2D3BA}"/>
                  </a:ext>
                </a:extLst>
              </p:cNvPr>
              <p:cNvSpPr/>
              <p:nvPr/>
            </p:nvSpPr>
            <p:spPr>
              <a:xfrm>
                <a:off x="3515698" y="5910796"/>
                <a:ext cx="597028" cy="484859"/>
              </a:xfrm>
              <a:custGeom>
                <a:avLst/>
                <a:gdLst>
                  <a:gd name="connsiteX0" fmla="*/ 0 w 840259"/>
                  <a:gd name="connsiteY0" fmla="*/ 405323 h 405323"/>
                  <a:gd name="connsiteX1" fmla="*/ 143338 w 840259"/>
                  <a:gd name="connsiteY1" fmla="*/ 21 h 405323"/>
                  <a:gd name="connsiteX2" fmla="*/ 276791 w 840259"/>
                  <a:gd name="connsiteY2" fmla="*/ 385552 h 405323"/>
                  <a:gd name="connsiteX3" fmla="*/ 425072 w 840259"/>
                  <a:gd name="connsiteY3" fmla="*/ 19792 h 405323"/>
                  <a:gd name="connsiteX4" fmla="*/ 553583 w 840259"/>
                  <a:gd name="connsiteY4" fmla="*/ 360838 h 405323"/>
                  <a:gd name="connsiteX5" fmla="*/ 696921 w 840259"/>
                  <a:gd name="connsiteY5" fmla="*/ 34620 h 405323"/>
                  <a:gd name="connsiteX6" fmla="*/ 840259 w 840259"/>
                  <a:gd name="connsiteY6" fmla="*/ 370724 h 405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40259" h="405323">
                    <a:moveTo>
                      <a:pt x="0" y="405323"/>
                    </a:moveTo>
                    <a:cubicBezTo>
                      <a:pt x="48603" y="204319"/>
                      <a:pt x="97206" y="3316"/>
                      <a:pt x="143338" y="21"/>
                    </a:cubicBezTo>
                    <a:cubicBezTo>
                      <a:pt x="189470" y="-3274"/>
                      <a:pt x="229835" y="382257"/>
                      <a:pt x="276791" y="385552"/>
                    </a:cubicBezTo>
                    <a:cubicBezTo>
                      <a:pt x="323747" y="388847"/>
                      <a:pt x="378940" y="23911"/>
                      <a:pt x="425072" y="19792"/>
                    </a:cubicBezTo>
                    <a:cubicBezTo>
                      <a:pt x="471204" y="15673"/>
                      <a:pt x="508275" y="358367"/>
                      <a:pt x="553583" y="360838"/>
                    </a:cubicBezTo>
                    <a:cubicBezTo>
                      <a:pt x="598891" y="363309"/>
                      <a:pt x="649142" y="32972"/>
                      <a:pt x="696921" y="34620"/>
                    </a:cubicBezTo>
                    <a:cubicBezTo>
                      <a:pt x="744700" y="36268"/>
                      <a:pt x="792479" y="203496"/>
                      <a:pt x="840259" y="37072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21CD6E34-53D0-8D6F-E53E-4892CFBF80F1}"/>
                </a:ext>
              </a:extLst>
            </p:cNvPr>
            <p:cNvSpPr/>
            <p:nvPr/>
          </p:nvSpPr>
          <p:spPr>
            <a:xfrm>
              <a:off x="912629" y="2617364"/>
              <a:ext cx="924026" cy="40011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Hydrologic Controls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FAA3C271-5E89-BD03-D3C8-1CA2DDD13618}"/>
                </a:ext>
              </a:extLst>
            </p:cNvPr>
            <p:cNvSpPr/>
            <p:nvPr/>
          </p:nvSpPr>
          <p:spPr>
            <a:xfrm>
              <a:off x="1881265" y="2623734"/>
              <a:ext cx="924026" cy="40011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Biological Controls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5F7547C-5189-12E8-B2A6-FD6D4523C3C0}"/>
                </a:ext>
              </a:extLst>
            </p:cNvPr>
            <p:cNvGrpSpPr/>
            <p:nvPr/>
          </p:nvGrpSpPr>
          <p:grpSpPr>
            <a:xfrm>
              <a:off x="819017" y="3102544"/>
              <a:ext cx="2087888" cy="756251"/>
              <a:chOff x="819017" y="3102544"/>
              <a:chExt cx="2087888" cy="756251"/>
            </a:xfrm>
          </p:grpSpPr>
          <p:sp>
            <p:nvSpPr>
              <p:cNvPr id="3" name="Freeform 2">
                <a:extLst>
                  <a:ext uri="{FF2B5EF4-FFF2-40B4-BE49-F238E27FC236}">
                    <a16:creationId xmlns:a16="http://schemas.microsoft.com/office/drawing/2014/main" id="{9BEAF1F4-7D4C-E929-44A6-605C36AC560B}"/>
                  </a:ext>
                </a:extLst>
              </p:cNvPr>
              <p:cNvSpPr/>
              <p:nvPr/>
            </p:nvSpPr>
            <p:spPr>
              <a:xfrm>
                <a:off x="819017" y="3310667"/>
                <a:ext cx="2078710" cy="548128"/>
              </a:xfrm>
              <a:custGeom>
                <a:avLst/>
                <a:gdLst>
                  <a:gd name="connsiteX0" fmla="*/ 0 w 5971142"/>
                  <a:gd name="connsiteY0" fmla="*/ 257 h 1234146"/>
                  <a:gd name="connsiteX1" fmla="*/ 253388 w 5971142"/>
                  <a:gd name="connsiteY1" fmla="*/ 257 h 1234146"/>
                  <a:gd name="connsiteX2" fmla="*/ 539827 w 5971142"/>
                  <a:gd name="connsiteY2" fmla="*/ 11274 h 1234146"/>
                  <a:gd name="connsiteX3" fmla="*/ 694063 w 5971142"/>
                  <a:gd name="connsiteY3" fmla="*/ 11274 h 1234146"/>
                  <a:gd name="connsiteX4" fmla="*/ 738130 w 5971142"/>
                  <a:gd name="connsiteY4" fmla="*/ 33307 h 1234146"/>
                  <a:gd name="connsiteX5" fmla="*/ 782198 w 5971142"/>
                  <a:gd name="connsiteY5" fmla="*/ 44324 h 1234146"/>
                  <a:gd name="connsiteX6" fmla="*/ 870333 w 5971142"/>
                  <a:gd name="connsiteY6" fmla="*/ 121442 h 1234146"/>
                  <a:gd name="connsiteX7" fmla="*/ 881350 w 5971142"/>
                  <a:gd name="connsiteY7" fmla="*/ 154493 h 1234146"/>
                  <a:gd name="connsiteX8" fmla="*/ 903383 w 5971142"/>
                  <a:gd name="connsiteY8" fmla="*/ 187544 h 1234146"/>
                  <a:gd name="connsiteX9" fmla="*/ 914400 w 5971142"/>
                  <a:gd name="connsiteY9" fmla="*/ 220594 h 1234146"/>
                  <a:gd name="connsiteX10" fmla="*/ 936434 w 5971142"/>
                  <a:gd name="connsiteY10" fmla="*/ 253645 h 1234146"/>
                  <a:gd name="connsiteX11" fmla="*/ 958468 w 5971142"/>
                  <a:gd name="connsiteY11" fmla="*/ 319746 h 1234146"/>
                  <a:gd name="connsiteX12" fmla="*/ 980501 w 5971142"/>
                  <a:gd name="connsiteY12" fmla="*/ 352797 h 1234146"/>
                  <a:gd name="connsiteX13" fmla="*/ 991518 w 5971142"/>
                  <a:gd name="connsiteY13" fmla="*/ 385847 h 1234146"/>
                  <a:gd name="connsiteX14" fmla="*/ 1013552 w 5971142"/>
                  <a:gd name="connsiteY14" fmla="*/ 429915 h 1234146"/>
                  <a:gd name="connsiteX15" fmla="*/ 1024569 w 5971142"/>
                  <a:gd name="connsiteY15" fmla="*/ 462965 h 1234146"/>
                  <a:gd name="connsiteX16" fmla="*/ 1068636 w 5971142"/>
                  <a:gd name="connsiteY16" fmla="*/ 540083 h 1234146"/>
                  <a:gd name="connsiteX17" fmla="*/ 1090670 w 5971142"/>
                  <a:gd name="connsiteY17" fmla="*/ 606185 h 1234146"/>
                  <a:gd name="connsiteX18" fmla="*/ 1134738 w 5971142"/>
                  <a:gd name="connsiteY18" fmla="*/ 672286 h 1234146"/>
                  <a:gd name="connsiteX19" fmla="*/ 1167788 w 5971142"/>
                  <a:gd name="connsiteY19" fmla="*/ 738387 h 1234146"/>
                  <a:gd name="connsiteX20" fmla="*/ 1189822 w 5971142"/>
                  <a:gd name="connsiteY20" fmla="*/ 804488 h 1234146"/>
                  <a:gd name="connsiteX21" fmla="*/ 1233889 w 5971142"/>
                  <a:gd name="connsiteY21" fmla="*/ 870589 h 1234146"/>
                  <a:gd name="connsiteX22" fmla="*/ 1277957 w 5971142"/>
                  <a:gd name="connsiteY22" fmla="*/ 947707 h 1234146"/>
                  <a:gd name="connsiteX23" fmla="*/ 1311007 w 5971142"/>
                  <a:gd name="connsiteY23" fmla="*/ 980758 h 1234146"/>
                  <a:gd name="connsiteX24" fmla="*/ 1333041 w 5971142"/>
                  <a:gd name="connsiteY24" fmla="*/ 1013809 h 1234146"/>
                  <a:gd name="connsiteX25" fmla="*/ 1366092 w 5971142"/>
                  <a:gd name="connsiteY25" fmla="*/ 1035842 h 1234146"/>
                  <a:gd name="connsiteX26" fmla="*/ 1443210 w 5971142"/>
                  <a:gd name="connsiteY26" fmla="*/ 1079910 h 1234146"/>
                  <a:gd name="connsiteX27" fmla="*/ 1542362 w 5971142"/>
                  <a:gd name="connsiteY27" fmla="*/ 1123977 h 1234146"/>
                  <a:gd name="connsiteX28" fmla="*/ 1652530 w 5971142"/>
                  <a:gd name="connsiteY28" fmla="*/ 1168045 h 1234146"/>
                  <a:gd name="connsiteX29" fmla="*/ 1839817 w 5971142"/>
                  <a:gd name="connsiteY29" fmla="*/ 1190078 h 1234146"/>
                  <a:gd name="connsiteX30" fmla="*/ 2016087 w 5971142"/>
                  <a:gd name="connsiteY30" fmla="*/ 1212112 h 1234146"/>
                  <a:gd name="connsiteX31" fmla="*/ 2093205 w 5971142"/>
                  <a:gd name="connsiteY31" fmla="*/ 1223129 h 1234146"/>
                  <a:gd name="connsiteX32" fmla="*/ 2192357 w 5971142"/>
                  <a:gd name="connsiteY32" fmla="*/ 1234146 h 1234146"/>
                  <a:gd name="connsiteX33" fmla="*/ 2346593 w 5971142"/>
                  <a:gd name="connsiteY33" fmla="*/ 1212112 h 1234146"/>
                  <a:gd name="connsiteX34" fmla="*/ 2412694 w 5971142"/>
                  <a:gd name="connsiteY34" fmla="*/ 1190078 h 1234146"/>
                  <a:gd name="connsiteX35" fmla="*/ 2456762 w 5971142"/>
                  <a:gd name="connsiteY35" fmla="*/ 1179062 h 1234146"/>
                  <a:gd name="connsiteX36" fmla="*/ 2511846 w 5971142"/>
                  <a:gd name="connsiteY36" fmla="*/ 1168045 h 1234146"/>
                  <a:gd name="connsiteX37" fmla="*/ 2577947 w 5971142"/>
                  <a:gd name="connsiteY37" fmla="*/ 1146011 h 1234146"/>
                  <a:gd name="connsiteX38" fmla="*/ 2633032 w 5971142"/>
                  <a:gd name="connsiteY38" fmla="*/ 1134994 h 1234146"/>
                  <a:gd name="connsiteX39" fmla="*/ 2666082 w 5971142"/>
                  <a:gd name="connsiteY39" fmla="*/ 1123977 h 1234146"/>
                  <a:gd name="connsiteX40" fmla="*/ 2732183 w 5971142"/>
                  <a:gd name="connsiteY40" fmla="*/ 1112960 h 1234146"/>
                  <a:gd name="connsiteX41" fmla="*/ 2798285 w 5971142"/>
                  <a:gd name="connsiteY41" fmla="*/ 1090927 h 1234146"/>
                  <a:gd name="connsiteX42" fmla="*/ 2831335 w 5971142"/>
                  <a:gd name="connsiteY42" fmla="*/ 1068893 h 1234146"/>
                  <a:gd name="connsiteX43" fmla="*/ 2919470 w 5971142"/>
                  <a:gd name="connsiteY43" fmla="*/ 1035842 h 1234146"/>
                  <a:gd name="connsiteX44" fmla="*/ 3062689 w 5971142"/>
                  <a:gd name="connsiteY44" fmla="*/ 925674 h 1234146"/>
                  <a:gd name="connsiteX45" fmla="*/ 3139807 w 5971142"/>
                  <a:gd name="connsiteY45" fmla="*/ 892623 h 1234146"/>
                  <a:gd name="connsiteX46" fmla="*/ 3172858 w 5971142"/>
                  <a:gd name="connsiteY46" fmla="*/ 859572 h 1234146"/>
                  <a:gd name="connsiteX47" fmla="*/ 3238959 w 5971142"/>
                  <a:gd name="connsiteY47" fmla="*/ 815505 h 1234146"/>
                  <a:gd name="connsiteX48" fmla="*/ 3272010 w 5971142"/>
                  <a:gd name="connsiteY48" fmla="*/ 793471 h 1234146"/>
                  <a:gd name="connsiteX49" fmla="*/ 3338111 w 5971142"/>
                  <a:gd name="connsiteY49" fmla="*/ 738387 h 1234146"/>
                  <a:gd name="connsiteX50" fmla="*/ 3382179 w 5971142"/>
                  <a:gd name="connsiteY50" fmla="*/ 716353 h 1234146"/>
                  <a:gd name="connsiteX51" fmla="*/ 3426246 w 5971142"/>
                  <a:gd name="connsiteY51" fmla="*/ 683303 h 1234146"/>
                  <a:gd name="connsiteX52" fmla="*/ 3481330 w 5971142"/>
                  <a:gd name="connsiteY52" fmla="*/ 661269 h 1234146"/>
                  <a:gd name="connsiteX53" fmla="*/ 3547432 w 5971142"/>
                  <a:gd name="connsiteY53" fmla="*/ 628218 h 1234146"/>
                  <a:gd name="connsiteX54" fmla="*/ 3602516 w 5971142"/>
                  <a:gd name="connsiteY54" fmla="*/ 584151 h 1234146"/>
                  <a:gd name="connsiteX55" fmla="*/ 3668617 w 5971142"/>
                  <a:gd name="connsiteY55" fmla="*/ 540083 h 1234146"/>
                  <a:gd name="connsiteX56" fmla="*/ 3712685 w 5971142"/>
                  <a:gd name="connsiteY56" fmla="*/ 507033 h 1234146"/>
                  <a:gd name="connsiteX57" fmla="*/ 3745735 w 5971142"/>
                  <a:gd name="connsiteY57" fmla="*/ 496016 h 1234146"/>
                  <a:gd name="connsiteX58" fmla="*/ 3822853 w 5971142"/>
                  <a:gd name="connsiteY58" fmla="*/ 440932 h 1234146"/>
                  <a:gd name="connsiteX59" fmla="*/ 3888954 w 5971142"/>
                  <a:gd name="connsiteY59" fmla="*/ 396864 h 1234146"/>
                  <a:gd name="connsiteX60" fmla="*/ 3922005 w 5971142"/>
                  <a:gd name="connsiteY60" fmla="*/ 374830 h 1234146"/>
                  <a:gd name="connsiteX61" fmla="*/ 3988106 w 5971142"/>
                  <a:gd name="connsiteY61" fmla="*/ 341780 h 1234146"/>
                  <a:gd name="connsiteX62" fmla="*/ 4065224 w 5971142"/>
                  <a:gd name="connsiteY62" fmla="*/ 319746 h 1234146"/>
                  <a:gd name="connsiteX63" fmla="*/ 4131326 w 5971142"/>
                  <a:gd name="connsiteY63" fmla="*/ 297712 h 1234146"/>
                  <a:gd name="connsiteX64" fmla="*/ 4175393 w 5971142"/>
                  <a:gd name="connsiteY64" fmla="*/ 286695 h 1234146"/>
                  <a:gd name="connsiteX65" fmla="*/ 4274545 w 5971142"/>
                  <a:gd name="connsiteY65" fmla="*/ 242628 h 1234146"/>
                  <a:gd name="connsiteX66" fmla="*/ 4307595 w 5971142"/>
                  <a:gd name="connsiteY66" fmla="*/ 231611 h 1234146"/>
                  <a:gd name="connsiteX67" fmla="*/ 4340646 w 5971142"/>
                  <a:gd name="connsiteY67" fmla="*/ 209577 h 1234146"/>
                  <a:gd name="connsiteX68" fmla="*/ 4384713 w 5971142"/>
                  <a:gd name="connsiteY68" fmla="*/ 198560 h 1234146"/>
                  <a:gd name="connsiteX69" fmla="*/ 4450815 w 5971142"/>
                  <a:gd name="connsiteY69" fmla="*/ 176527 h 1234146"/>
                  <a:gd name="connsiteX70" fmla="*/ 4549967 w 5971142"/>
                  <a:gd name="connsiteY70" fmla="*/ 165510 h 1234146"/>
                  <a:gd name="connsiteX71" fmla="*/ 4682169 w 5971142"/>
                  <a:gd name="connsiteY71" fmla="*/ 143476 h 1234146"/>
                  <a:gd name="connsiteX72" fmla="*/ 5034709 w 5971142"/>
                  <a:gd name="connsiteY72" fmla="*/ 132459 h 1234146"/>
                  <a:gd name="connsiteX73" fmla="*/ 5100810 w 5971142"/>
                  <a:gd name="connsiteY73" fmla="*/ 121442 h 1234146"/>
                  <a:gd name="connsiteX74" fmla="*/ 5155894 w 5971142"/>
                  <a:gd name="connsiteY74" fmla="*/ 110425 h 1234146"/>
                  <a:gd name="connsiteX75" fmla="*/ 5409282 w 5971142"/>
                  <a:gd name="connsiteY75" fmla="*/ 154493 h 1234146"/>
                  <a:gd name="connsiteX76" fmla="*/ 5563518 w 5971142"/>
                  <a:gd name="connsiteY76" fmla="*/ 176527 h 1234146"/>
                  <a:gd name="connsiteX77" fmla="*/ 5640636 w 5971142"/>
                  <a:gd name="connsiteY77" fmla="*/ 187544 h 1234146"/>
                  <a:gd name="connsiteX78" fmla="*/ 5971142 w 5971142"/>
                  <a:gd name="connsiteY78" fmla="*/ 187544 h 123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5971142" h="1234146">
                    <a:moveTo>
                      <a:pt x="0" y="257"/>
                    </a:moveTo>
                    <a:cubicBezTo>
                      <a:pt x="174414" y="25174"/>
                      <a:pt x="-37255" y="257"/>
                      <a:pt x="253388" y="257"/>
                    </a:cubicBezTo>
                    <a:cubicBezTo>
                      <a:pt x="348938" y="257"/>
                      <a:pt x="444347" y="7602"/>
                      <a:pt x="539827" y="11274"/>
                    </a:cubicBezTo>
                    <a:cubicBezTo>
                      <a:pt x="610520" y="1175"/>
                      <a:pt x="623370" y="-8006"/>
                      <a:pt x="694063" y="11274"/>
                    </a:cubicBezTo>
                    <a:cubicBezTo>
                      <a:pt x="709907" y="15595"/>
                      <a:pt x="722753" y="27541"/>
                      <a:pt x="738130" y="33307"/>
                    </a:cubicBezTo>
                    <a:cubicBezTo>
                      <a:pt x="752307" y="38623"/>
                      <a:pt x="767509" y="40652"/>
                      <a:pt x="782198" y="44324"/>
                    </a:cubicBezTo>
                    <a:cubicBezTo>
                      <a:pt x="795890" y="55278"/>
                      <a:pt x="856142" y="100155"/>
                      <a:pt x="870333" y="121442"/>
                    </a:cubicBezTo>
                    <a:cubicBezTo>
                      <a:pt x="876775" y="131105"/>
                      <a:pt x="876157" y="144106"/>
                      <a:pt x="881350" y="154493"/>
                    </a:cubicBezTo>
                    <a:cubicBezTo>
                      <a:pt x="887271" y="166336"/>
                      <a:pt x="897462" y="175701"/>
                      <a:pt x="903383" y="187544"/>
                    </a:cubicBezTo>
                    <a:cubicBezTo>
                      <a:pt x="908576" y="197931"/>
                      <a:pt x="909207" y="210207"/>
                      <a:pt x="914400" y="220594"/>
                    </a:cubicBezTo>
                    <a:cubicBezTo>
                      <a:pt x="920322" y="232437"/>
                      <a:pt x="931056" y="241545"/>
                      <a:pt x="936434" y="253645"/>
                    </a:cubicBezTo>
                    <a:cubicBezTo>
                      <a:pt x="945867" y="274869"/>
                      <a:pt x="945585" y="300421"/>
                      <a:pt x="958468" y="319746"/>
                    </a:cubicBezTo>
                    <a:cubicBezTo>
                      <a:pt x="965812" y="330763"/>
                      <a:pt x="974580" y="340954"/>
                      <a:pt x="980501" y="352797"/>
                    </a:cubicBezTo>
                    <a:cubicBezTo>
                      <a:pt x="985694" y="363184"/>
                      <a:pt x="986944" y="375173"/>
                      <a:pt x="991518" y="385847"/>
                    </a:cubicBezTo>
                    <a:cubicBezTo>
                      <a:pt x="997987" y="400942"/>
                      <a:pt x="1007083" y="414820"/>
                      <a:pt x="1013552" y="429915"/>
                    </a:cubicBezTo>
                    <a:cubicBezTo>
                      <a:pt x="1018126" y="440589"/>
                      <a:pt x="1019376" y="452578"/>
                      <a:pt x="1024569" y="462965"/>
                    </a:cubicBezTo>
                    <a:cubicBezTo>
                      <a:pt x="1064316" y="542457"/>
                      <a:pt x="1030011" y="443520"/>
                      <a:pt x="1068636" y="540083"/>
                    </a:cubicBezTo>
                    <a:cubicBezTo>
                      <a:pt x="1077262" y="561648"/>
                      <a:pt x="1077786" y="586860"/>
                      <a:pt x="1090670" y="606185"/>
                    </a:cubicBezTo>
                    <a:lnTo>
                      <a:pt x="1134738" y="672286"/>
                    </a:lnTo>
                    <a:cubicBezTo>
                      <a:pt x="1174907" y="792800"/>
                      <a:pt x="1110846" y="610268"/>
                      <a:pt x="1167788" y="738387"/>
                    </a:cubicBezTo>
                    <a:cubicBezTo>
                      <a:pt x="1177221" y="759611"/>
                      <a:pt x="1176939" y="785163"/>
                      <a:pt x="1189822" y="804488"/>
                    </a:cubicBezTo>
                    <a:cubicBezTo>
                      <a:pt x="1204511" y="826522"/>
                      <a:pt x="1222046" y="846904"/>
                      <a:pt x="1233889" y="870589"/>
                    </a:cubicBezTo>
                    <a:cubicBezTo>
                      <a:pt x="1247360" y="897532"/>
                      <a:pt x="1258490" y="924347"/>
                      <a:pt x="1277957" y="947707"/>
                    </a:cubicBezTo>
                    <a:cubicBezTo>
                      <a:pt x="1287931" y="959676"/>
                      <a:pt x="1301033" y="968789"/>
                      <a:pt x="1311007" y="980758"/>
                    </a:cubicBezTo>
                    <a:cubicBezTo>
                      <a:pt x="1319483" y="990930"/>
                      <a:pt x="1323678" y="1004446"/>
                      <a:pt x="1333041" y="1013809"/>
                    </a:cubicBezTo>
                    <a:cubicBezTo>
                      <a:pt x="1342404" y="1023171"/>
                      <a:pt x="1355318" y="1028146"/>
                      <a:pt x="1366092" y="1035842"/>
                    </a:cubicBezTo>
                    <a:cubicBezTo>
                      <a:pt x="1424454" y="1077529"/>
                      <a:pt x="1389574" y="1062031"/>
                      <a:pt x="1443210" y="1079910"/>
                    </a:cubicBezTo>
                    <a:cubicBezTo>
                      <a:pt x="1540434" y="1144728"/>
                      <a:pt x="1385027" y="1045308"/>
                      <a:pt x="1542362" y="1123977"/>
                    </a:cubicBezTo>
                    <a:cubicBezTo>
                      <a:pt x="1576399" y="1140996"/>
                      <a:pt x="1614412" y="1162599"/>
                      <a:pt x="1652530" y="1168045"/>
                    </a:cubicBezTo>
                    <a:cubicBezTo>
                      <a:pt x="1819784" y="1191939"/>
                      <a:pt x="1627628" y="1165595"/>
                      <a:pt x="1839817" y="1190078"/>
                    </a:cubicBezTo>
                    <a:lnTo>
                      <a:pt x="2016087" y="1212112"/>
                    </a:lnTo>
                    <a:lnTo>
                      <a:pt x="2093205" y="1223129"/>
                    </a:lnTo>
                    <a:cubicBezTo>
                      <a:pt x="2126202" y="1227254"/>
                      <a:pt x="2159306" y="1230474"/>
                      <a:pt x="2192357" y="1234146"/>
                    </a:cubicBezTo>
                    <a:cubicBezTo>
                      <a:pt x="2218444" y="1230885"/>
                      <a:pt x="2314824" y="1220054"/>
                      <a:pt x="2346593" y="1212112"/>
                    </a:cubicBezTo>
                    <a:cubicBezTo>
                      <a:pt x="2369125" y="1206479"/>
                      <a:pt x="2390162" y="1195711"/>
                      <a:pt x="2412694" y="1190078"/>
                    </a:cubicBezTo>
                    <a:cubicBezTo>
                      <a:pt x="2427383" y="1186406"/>
                      <a:pt x="2441981" y="1182347"/>
                      <a:pt x="2456762" y="1179062"/>
                    </a:cubicBezTo>
                    <a:cubicBezTo>
                      <a:pt x="2475041" y="1175000"/>
                      <a:pt x="2493781" y="1172972"/>
                      <a:pt x="2511846" y="1168045"/>
                    </a:cubicBezTo>
                    <a:cubicBezTo>
                      <a:pt x="2534253" y="1161934"/>
                      <a:pt x="2555172" y="1150566"/>
                      <a:pt x="2577947" y="1146011"/>
                    </a:cubicBezTo>
                    <a:cubicBezTo>
                      <a:pt x="2596309" y="1142339"/>
                      <a:pt x="2614866" y="1139536"/>
                      <a:pt x="2633032" y="1134994"/>
                    </a:cubicBezTo>
                    <a:cubicBezTo>
                      <a:pt x="2644298" y="1132177"/>
                      <a:pt x="2654746" y="1126496"/>
                      <a:pt x="2666082" y="1123977"/>
                    </a:cubicBezTo>
                    <a:cubicBezTo>
                      <a:pt x="2687888" y="1119131"/>
                      <a:pt x="2710512" y="1118378"/>
                      <a:pt x="2732183" y="1112960"/>
                    </a:cubicBezTo>
                    <a:cubicBezTo>
                      <a:pt x="2754715" y="1107327"/>
                      <a:pt x="2798285" y="1090927"/>
                      <a:pt x="2798285" y="1090927"/>
                    </a:cubicBezTo>
                    <a:cubicBezTo>
                      <a:pt x="2809302" y="1083582"/>
                      <a:pt x="2819492" y="1074814"/>
                      <a:pt x="2831335" y="1068893"/>
                    </a:cubicBezTo>
                    <a:cubicBezTo>
                      <a:pt x="2857679" y="1055721"/>
                      <a:pt x="2890867" y="1045377"/>
                      <a:pt x="2919470" y="1035842"/>
                    </a:cubicBezTo>
                    <a:cubicBezTo>
                      <a:pt x="2960717" y="994597"/>
                      <a:pt x="3007373" y="944113"/>
                      <a:pt x="3062689" y="925674"/>
                    </a:cubicBezTo>
                    <a:cubicBezTo>
                      <a:pt x="3089662" y="916683"/>
                      <a:pt x="3115982" y="909641"/>
                      <a:pt x="3139807" y="892623"/>
                    </a:cubicBezTo>
                    <a:cubicBezTo>
                      <a:pt x="3152485" y="883567"/>
                      <a:pt x="3160560" y="869137"/>
                      <a:pt x="3172858" y="859572"/>
                    </a:cubicBezTo>
                    <a:cubicBezTo>
                      <a:pt x="3193761" y="843314"/>
                      <a:pt x="3216925" y="830194"/>
                      <a:pt x="3238959" y="815505"/>
                    </a:cubicBezTo>
                    <a:cubicBezTo>
                      <a:pt x="3249976" y="808160"/>
                      <a:pt x="3262647" y="802834"/>
                      <a:pt x="3272010" y="793471"/>
                    </a:cubicBezTo>
                    <a:cubicBezTo>
                      <a:pt x="3302391" y="763090"/>
                      <a:pt x="3302322" y="758838"/>
                      <a:pt x="3338111" y="738387"/>
                    </a:cubicBezTo>
                    <a:cubicBezTo>
                      <a:pt x="3352370" y="730239"/>
                      <a:pt x="3368252" y="725057"/>
                      <a:pt x="3382179" y="716353"/>
                    </a:cubicBezTo>
                    <a:cubicBezTo>
                      <a:pt x="3397749" y="706622"/>
                      <a:pt x="3410195" y="692220"/>
                      <a:pt x="3426246" y="683303"/>
                    </a:cubicBezTo>
                    <a:cubicBezTo>
                      <a:pt x="3443533" y="673699"/>
                      <a:pt x="3463642" y="670113"/>
                      <a:pt x="3481330" y="661269"/>
                    </a:cubicBezTo>
                    <a:cubicBezTo>
                      <a:pt x="3566754" y="618556"/>
                      <a:pt x="3464360" y="655909"/>
                      <a:pt x="3547432" y="628218"/>
                    </a:cubicBezTo>
                    <a:cubicBezTo>
                      <a:pt x="3588143" y="567151"/>
                      <a:pt x="3546172" y="615454"/>
                      <a:pt x="3602516" y="584151"/>
                    </a:cubicBezTo>
                    <a:cubicBezTo>
                      <a:pt x="3625665" y="571290"/>
                      <a:pt x="3646583" y="554772"/>
                      <a:pt x="3668617" y="540083"/>
                    </a:cubicBezTo>
                    <a:cubicBezTo>
                      <a:pt x="3683895" y="529898"/>
                      <a:pt x="3696743" y="516143"/>
                      <a:pt x="3712685" y="507033"/>
                    </a:cubicBezTo>
                    <a:cubicBezTo>
                      <a:pt x="3722768" y="501272"/>
                      <a:pt x="3734718" y="499688"/>
                      <a:pt x="3745735" y="496016"/>
                    </a:cubicBezTo>
                    <a:cubicBezTo>
                      <a:pt x="3810385" y="409816"/>
                      <a:pt x="3742407" y="481155"/>
                      <a:pt x="3822853" y="440932"/>
                    </a:cubicBezTo>
                    <a:cubicBezTo>
                      <a:pt x="3846539" y="429089"/>
                      <a:pt x="3866920" y="411553"/>
                      <a:pt x="3888954" y="396864"/>
                    </a:cubicBezTo>
                    <a:cubicBezTo>
                      <a:pt x="3899971" y="389519"/>
                      <a:pt x="3909444" y="379017"/>
                      <a:pt x="3922005" y="374830"/>
                    </a:cubicBezTo>
                    <a:cubicBezTo>
                      <a:pt x="4005081" y="347138"/>
                      <a:pt x="3902680" y="384493"/>
                      <a:pt x="3988106" y="341780"/>
                    </a:cubicBezTo>
                    <a:cubicBezTo>
                      <a:pt x="4006618" y="332524"/>
                      <a:pt x="4047575" y="325041"/>
                      <a:pt x="4065224" y="319746"/>
                    </a:cubicBezTo>
                    <a:cubicBezTo>
                      <a:pt x="4087470" y="313072"/>
                      <a:pt x="4108794" y="303345"/>
                      <a:pt x="4131326" y="297712"/>
                    </a:cubicBezTo>
                    <a:cubicBezTo>
                      <a:pt x="4146015" y="294040"/>
                      <a:pt x="4160834" y="290855"/>
                      <a:pt x="4175393" y="286695"/>
                    </a:cubicBezTo>
                    <a:cubicBezTo>
                      <a:pt x="4227508" y="271805"/>
                      <a:pt x="4207192" y="272562"/>
                      <a:pt x="4274545" y="242628"/>
                    </a:cubicBezTo>
                    <a:cubicBezTo>
                      <a:pt x="4285157" y="237912"/>
                      <a:pt x="4297208" y="236804"/>
                      <a:pt x="4307595" y="231611"/>
                    </a:cubicBezTo>
                    <a:cubicBezTo>
                      <a:pt x="4319438" y="225689"/>
                      <a:pt x="4328476" y="214793"/>
                      <a:pt x="4340646" y="209577"/>
                    </a:cubicBezTo>
                    <a:cubicBezTo>
                      <a:pt x="4354563" y="203613"/>
                      <a:pt x="4370210" y="202911"/>
                      <a:pt x="4384713" y="198560"/>
                    </a:cubicBezTo>
                    <a:cubicBezTo>
                      <a:pt x="4406959" y="191886"/>
                      <a:pt x="4427731" y="179092"/>
                      <a:pt x="4450815" y="176527"/>
                    </a:cubicBezTo>
                    <a:cubicBezTo>
                      <a:pt x="4483866" y="172855"/>
                      <a:pt x="4517047" y="170213"/>
                      <a:pt x="4549967" y="165510"/>
                    </a:cubicBezTo>
                    <a:cubicBezTo>
                      <a:pt x="4594193" y="159192"/>
                      <a:pt x="4637516" y="144871"/>
                      <a:pt x="4682169" y="143476"/>
                    </a:cubicBezTo>
                    <a:lnTo>
                      <a:pt x="5034709" y="132459"/>
                    </a:lnTo>
                    <a:lnTo>
                      <a:pt x="5100810" y="121442"/>
                    </a:lnTo>
                    <a:cubicBezTo>
                      <a:pt x="5119233" y="118092"/>
                      <a:pt x="5137192" y="109490"/>
                      <a:pt x="5155894" y="110425"/>
                    </a:cubicBezTo>
                    <a:cubicBezTo>
                      <a:pt x="5362548" y="120758"/>
                      <a:pt x="5261031" y="127538"/>
                      <a:pt x="5409282" y="154493"/>
                    </a:cubicBezTo>
                    <a:cubicBezTo>
                      <a:pt x="5460378" y="163783"/>
                      <a:pt x="5512106" y="169182"/>
                      <a:pt x="5563518" y="176527"/>
                    </a:cubicBezTo>
                    <a:cubicBezTo>
                      <a:pt x="5589224" y="180199"/>
                      <a:pt x="5614669" y="187544"/>
                      <a:pt x="5640636" y="187544"/>
                    </a:cubicBezTo>
                    <a:lnTo>
                      <a:pt x="5971142" y="187544"/>
                    </a:lnTo>
                  </a:path>
                </a:pathLst>
              </a:custGeom>
              <a:noFill/>
              <a:ln>
                <a:solidFill>
                  <a:srgbClr val="9A632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Cloud 4">
                <a:extLst>
                  <a:ext uri="{FF2B5EF4-FFF2-40B4-BE49-F238E27FC236}">
                    <a16:creationId xmlns:a16="http://schemas.microsoft.com/office/drawing/2014/main" id="{14814916-BD44-95BA-7E6E-3267C7B4F36E}"/>
                  </a:ext>
                </a:extLst>
              </p:cNvPr>
              <p:cNvSpPr/>
              <p:nvPr/>
            </p:nvSpPr>
            <p:spPr>
              <a:xfrm rot="21051776">
                <a:off x="1561604" y="3713873"/>
                <a:ext cx="210052" cy="112587"/>
              </a:xfrm>
              <a:prstGeom prst="clou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Cloud 5">
                <a:extLst>
                  <a:ext uri="{FF2B5EF4-FFF2-40B4-BE49-F238E27FC236}">
                    <a16:creationId xmlns:a16="http://schemas.microsoft.com/office/drawing/2014/main" id="{C59F37BA-688F-E3C4-79B5-402920EDA363}"/>
                  </a:ext>
                </a:extLst>
              </p:cNvPr>
              <p:cNvSpPr/>
              <p:nvPr/>
            </p:nvSpPr>
            <p:spPr>
              <a:xfrm rot="1035449">
                <a:off x="1297917" y="3694464"/>
                <a:ext cx="210052" cy="112587"/>
              </a:xfrm>
              <a:prstGeom prst="clou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Down Arrow 12">
                <a:extLst>
                  <a:ext uri="{FF2B5EF4-FFF2-40B4-BE49-F238E27FC236}">
                    <a16:creationId xmlns:a16="http://schemas.microsoft.com/office/drawing/2014/main" id="{B18E497B-0CD7-BE12-8E03-C2AF25B3DD02}"/>
                  </a:ext>
                </a:extLst>
              </p:cNvPr>
              <p:cNvSpPr/>
              <p:nvPr/>
            </p:nvSpPr>
            <p:spPr>
              <a:xfrm rot="10800000">
                <a:off x="2198089" y="3102544"/>
                <a:ext cx="145479" cy="192912"/>
              </a:xfrm>
              <a:prstGeom prst="downArrow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Down Arrow 13">
                <a:extLst>
                  <a:ext uri="{FF2B5EF4-FFF2-40B4-BE49-F238E27FC236}">
                    <a16:creationId xmlns:a16="http://schemas.microsoft.com/office/drawing/2014/main" id="{DB18FC3E-4CF4-D49E-16A8-D87F2DBCD25E}"/>
                  </a:ext>
                </a:extLst>
              </p:cNvPr>
              <p:cNvSpPr/>
              <p:nvPr/>
            </p:nvSpPr>
            <p:spPr>
              <a:xfrm>
                <a:off x="2338601" y="3121399"/>
                <a:ext cx="145479" cy="192912"/>
              </a:xfrm>
              <a:prstGeom prst="downArrow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A6E5298-07F0-D99B-4197-6E7F819BF6F7}"/>
                  </a:ext>
                </a:extLst>
              </p:cNvPr>
              <p:cNvGrpSpPr/>
              <p:nvPr/>
            </p:nvGrpSpPr>
            <p:grpSpPr>
              <a:xfrm>
                <a:off x="1428768" y="3379866"/>
                <a:ext cx="286666" cy="269603"/>
                <a:chOff x="2457274" y="3756074"/>
                <a:chExt cx="1004691" cy="871204"/>
              </a:xfrm>
            </p:grpSpPr>
            <p:sp>
              <p:nvSpPr>
                <p:cNvPr id="11" name="Curved Right Arrow 10">
                  <a:extLst>
                    <a:ext uri="{FF2B5EF4-FFF2-40B4-BE49-F238E27FC236}">
                      <a16:creationId xmlns:a16="http://schemas.microsoft.com/office/drawing/2014/main" id="{60B95E1A-C4BB-ED17-E07D-5EBA85A19D4E}"/>
                    </a:ext>
                  </a:extLst>
                </p:cNvPr>
                <p:cNvSpPr/>
                <p:nvPr/>
              </p:nvSpPr>
              <p:spPr>
                <a:xfrm>
                  <a:off x="2457274" y="3800558"/>
                  <a:ext cx="412317" cy="826720"/>
                </a:xfrm>
                <a:prstGeom prst="curvedRightArrow">
                  <a:avLst/>
                </a:prstGeom>
                <a:solidFill>
                  <a:srgbClr val="4E8F0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" name="Curved Right Arrow 11">
                  <a:extLst>
                    <a:ext uri="{FF2B5EF4-FFF2-40B4-BE49-F238E27FC236}">
                      <a16:creationId xmlns:a16="http://schemas.microsoft.com/office/drawing/2014/main" id="{6C7FB7AB-4EA0-F985-09C1-F95CF8266462}"/>
                    </a:ext>
                  </a:extLst>
                </p:cNvPr>
                <p:cNvSpPr/>
                <p:nvPr/>
              </p:nvSpPr>
              <p:spPr>
                <a:xfrm rot="10800000">
                  <a:off x="3049651" y="3756074"/>
                  <a:ext cx="412314" cy="826719"/>
                </a:xfrm>
                <a:prstGeom prst="curvedRightArrow">
                  <a:avLst/>
                </a:prstGeom>
                <a:solidFill>
                  <a:srgbClr val="94110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" name="Down Arrow 8">
                <a:extLst>
                  <a:ext uri="{FF2B5EF4-FFF2-40B4-BE49-F238E27FC236}">
                    <a16:creationId xmlns:a16="http://schemas.microsoft.com/office/drawing/2014/main" id="{2335B52F-A18C-D5D8-8487-3BA5A33C159F}"/>
                  </a:ext>
                </a:extLst>
              </p:cNvPr>
              <p:cNvSpPr/>
              <p:nvPr/>
            </p:nvSpPr>
            <p:spPr>
              <a:xfrm rot="16474726">
                <a:off x="2653075" y="3206301"/>
                <a:ext cx="146134" cy="192046"/>
              </a:xfrm>
              <a:prstGeom prst="downArrow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Down Arrow 9">
                <a:extLst>
                  <a:ext uri="{FF2B5EF4-FFF2-40B4-BE49-F238E27FC236}">
                    <a16:creationId xmlns:a16="http://schemas.microsoft.com/office/drawing/2014/main" id="{FA75A570-7BD9-FE6D-4FE2-67AF0122E46E}"/>
                  </a:ext>
                </a:extLst>
              </p:cNvPr>
              <p:cNvSpPr/>
              <p:nvPr/>
            </p:nvSpPr>
            <p:spPr>
              <a:xfrm rot="15002176">
                <a:off x="1127768" y="3465579"/>
                <a:ext cx="146134" cy="192046"/>
              </a:xfrm>
              <a:prstGeom prst="downArrow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5A08E78-06B0-8408-CC8E-D3D67BC9DD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310" y="3136660"/>
                <a:ext cx="2080595" cy="9721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9B0DFDA3-97F7-01BD-89FA-DEBE30F57907}"/>
                </a:ext>
              </a:extLst>
            </p:cNvPr>
            <p:cNvSpPr/>
            <p:nvPr/>
          </p:nvSpPr>
          <p:spPr>
            <a:xfrm>
              <a:off x="3211615" y="3278100"/>
              <a:ext cx="2078710" cy="548128"/>
            </a:xfrm>
            <a:custGeom>
              <a:avLst/>
              <a:gdLst>
                <a:gd name="connsiteX0" fmla="*/ 0 w 5971142"/>
                <a:gd name="connsiteY0" fmla="*/ 257 h 1234146"/>
                <a:gd name="connsiteX1" fmla="*/ 253388 w 5971142"/>
                <a:gd name="connsiteY1" fmla="*/ 257 h 1234146"/>
                <a:gd name="connsiteX2" fmla="*/ 539827 w 5971142"/>
                <a:gd name="connsiteY2" fmla="*/ 11274 h 1234146"/>
                <a:gd name="connsiteX3" fmla="*/ 694063 w 5971142"/>
                <a:gd name="connsiteY3" fmla="*/ 11274 h 1234146"/>
                <a:gd name="connsiteX4" fmla="*/ 738130 w 5971142"/>
                <a:gd name="connsiteY4" fmla="*/ 33307 h 1234146"/>
                <a:gd name="connsiteX5" fmla="*/ 782198 w 5971142"/>
                <a:gd name="connsiteY5" fmla="*/ 44324 h 1234146"/>
                <a:gd name="connsiteX6" fmla="*/ 870333 w 5971142"/>
                <a:gd name="connsiteY6" fmla="*/ 121442 h 1234146"/>
                <a:gd name="connsiteX7" fmla="*/ 881350 w 5971142"/>
                <a:gd name="connsiteY7" fmla="*/ 154493 h 1234146"/>
                <a:gd name="connsiteX8" fmla="*/ 903383 w 5971142"/>
                <a:gd name="connsiteY8" fmla="*/ 187544 h 1234146"/>
                <a:gd name="connsiteX9" fmla="*/ 914400 w 5971142"/>
                <a:gd name="connsiteY9" fmla="*/ 220594 h 1234146"/>
                <a:gd name="connsiteX10" fmla="*/ 936434 w 5971142"/>
                <a:gd name="connsiteY10" fmla="*/ 253645 h 1234146"/>
                <a:gd name="connsiteX11" fmla="*/ 958468 w 5971142"/>
                <a:gd name="connsiteY11" fmla="*/ 319746 h 1234146"/>
                <a:gd name="connsiteX12" fmla="*/ 980501 w 5971142"/>
                <a:gd name="connsiteY12" fmla="*/ 352797 h 1234146"/>
                <a:gd name="connsiteX13" fmla="*/ 991518 w 5971142"/>
                <a:gd name="connsiteY13" fmla="*/ 385847 h 1234146"/>
                <a:gd name="connsiteX14" fmla="*/ 1013552 w 5971142"/>
                <a:gd name="connsiteY14" fmla="*/ 429915 h 1234146"/>
                <a:gd name="connsiteX15" fmla="*/ 1024569 w 5971142"/>
                <a:gd name="connsiteY15" fmla="*/ 462965 h 1234146"/>
                <a:gd name="connsiteX16" fmla="*/ 1068636 w 5971142"/>
                <a:gd name="connsiteY16" fmla="*/ 540083 h 1234146"/>
                <a:gd name="connsiteX17" fmla="*/ 1090670 w 5971142"/>
                <a:gd name="connsiteY17" fmla="*/ 606185 h 1234146"/>
                <a:gd name="connsiteX18" fmla="*/ 1134738 w 5971142"/>
                <a:gd name="connsiteY18" fmla="*/ 672286 h 1234146"/>
                <a:gd name="connsiteX19" fmla="*/ 1167788 w 5971142"/>
                <a:gd name="connsiteY19" fmla="*/ 738387 h 1234146"/>
                <a:gd name="connsiteX20" fmla="*/ 1189822 w 5971142"/>
                <a:gd name="connsiteY20" fmla="*/ 804488 h 1234146"/>
                <a:gd name="connsiteX21" fmla="*/ 1233889 w 5971142"/>
                <a:gd name="connsiteY21" fmla="*/ 870589 h 1234146"/>
                <a:gd name="connsiteX22" fmla="*/ 1277957 w 5971142"/>
                <a:gd name="connsiteY22" fmla="*/ 947707 h 1234146"/>
                <a:gd name="connsiteX23" fmla="*/ 1311007 w 5971142"/>
                <a:gd name="connsiteY23" fmla="*/ 980758 h 1234146"/>
                <a:gd name="connsiteX24" fmla="*/ 1333041 w 5971142"/>
                <a:gd name="connsiteY24" fmla="*/ 1013809 h 1234146"/>
                <a:gd name="connsiteX25" fmla="*/ 1366092 w 5971142"/>
                <a:gd name="connsiteY25" fmla="*/ 1035842 h 1234146"/>
                <a:gd name="connsiteX26" fmla="*/ 1443210 w 5971142"/>
                <a:gd name="connsiteY26" fmla="*/ 1079910 h 1234146"/>
                <a:gd name="connsiteX27" fmla="*/ 1542362 w 5971142"/>
                <a:gd name="connsiteY27" fmla="*/ 1123977 h 1234146"/>
                <a:gd name="connsiteX28" fmla="*/ 1652530 w 5971142"/>
                <a:gd name="connsiteY28" fmla="*/ 1168045 h 1234146"/>
                <a:gd name="connsiteX29" fmla="*/ 1839817 w 5971142"/>
                <a:gd name="connsiteY29" fmla="*/ 1190078 h 1234146"/>
                <a:gd name="connsiteX30" fmla="*/ 2016087 w 5971142"/>
                <a:gd name="connsiteY30" fmla="*/ 1212112 h 1234146"/>
                <a:gd name="connsiteX31" fmla="*/ 2093205 w 5971142"/>
                <a:gd name="connsiteY31" fmla="*/ 1223129 h 1234146"/>
                <a:gd name="connsiteX32" fmla="*/ 2192357 w 5971142"/>
                <a:gd name="connsiteY32" fmla="*/ 1234146 h 1234146"/>
                <a:gd name="connsiteX33" fmla="*/ 2346593 w 5971142"/>
                <a:gd name="connsiteY33" fmla="*/ 1212112 h 1234146"/>
                <a:gd name="connsiteX34" fmla="*/ 2412694 w 5971142"/>
                <a:gd name="connsiteY34" fmla="*/ 1190078 h 1234146"/>
                <a:gd name="connsiteX35" fmla="*/ 2456762 w 5971142"/>
                <a:gd name="connsiteY35" fmla="*/ 1179062 h 1234146"/>
                <a:gd name="connsiteX36" fmla="*/ 2511846 w 5971142"/>
                <a:gd name="connsiteY36" fmla="*/ 1168045 h 1234146"/>
                <a:gd name="connsiteX37" fmla="*/ 2577947 w 5971142"/>
                <a:gd name="connsiteY37" fmla="*/ 1146011 h 1234146"/>
                <a:gd name="connsiteX38" fmla="*/ 2633032 w 5971142"/>
                <a:gd name="connsiteY38" fmla="*/ 1134994 h 1234146"/>
                <a:gd name="connsiteX39" fmla="*/ 2666082 w 5971142"/>
                <a:gd name="connsiteY39" fmla="*/ 1123977 h 1234146"/>
                <a:gd name="connsiteX40" fmla="*/ 2732183 w 5971142"/>
                <a:gd name="connsiteY40" fmla="*/ 1112960 h 1234146"/>
                <a:gd name="connsiteX41" fmla="*/ 2798285 w 5971142"/>
                <a:gd name="connsiteY41" fmla="*/ 1090927 h 1234146"/>
                <a:gd name="connsiteX42" fmla="*/ 2831335 w 5971142"/>
                <a:gd name="connsiteY42" fmla="*/ 1068893 h 1234146"/>
                <a:gd name="connsiteX43" fmla="*/ 2919470 w 5971142"/>
                <a:gd name="connsiteY43" fmla="*/ 1035842 h 1234146"/>
                <a:gd name="connsiteX44" fmla="*/ 3062689 w 5971142"/>
                <a:gd name="connsiteY44" fmla="*/ 925674 h 1234146"/>
                <a:gd name="connsiteX45" fmla="*/ 3139807 w 5971142"/>
                <a:gd name="connsiteY45" fmla="*/ 892623 h 1234146"/>
                <a:gd name="connsiteX46" fmla="*/ 3172858 w 5971142"/>
                <a:gd name="connsiteY46" fmla="*/ 859572 h 1234146"/>
                <a:gd name="connsiteX47" fmla="*/ 3238959 w 5971142"/>
                <a:gd name="connsiteY47" fmla="*/ 815505 h 1234146"/>
                <a:gd name="connsiteX48" fmla="*/ 3272010 w 5971142"/>
                <a:gd name="connsiteY48" fmla="*/ 793471 h 1234146"/>
                <a:gd name="connsiteX49" fmla="*/ 3338111 w 5971142"/>
                <a:gd name="connsiteY49" fmla="*/ 738387 h 1234146"/>
                <a:gd name="connsiteX50" fmla="*/ 3382179 w 5971142"/>
                <a:gd name="connsiteY50" fmla="*/ 716353 h 1234146"/>
                <a:gd name="connsiteX51" fmla="*/ 3426246 w 5971142"/>
                <a:gd name="connsiteY51" fmla="*/ 683303 h 1234146"/>
                <a:gd name="connsiteX52" fmla="*/ 3481330 w 5971142"/>
                <a:gd name="connsiteY52" fmla="*/ 661269 h 1234146"/>
                <a:gd name="connsiteX53" fmla="*/ 3547432 w 5971142"/>
                <a:gd name="connsiteY53" fmla="*/ 628218 h 1234146"/>
                <a:gd name="connsiteX54" fmla="*/ 3602516 w 5971142"/>
                <a:gd name="connsiteY54" fmla="*/ 584151 h 1234146"/>
                <a:gd name="connsiteX55" fmla="*/ 3668617 w 5971142"/>
                <a:gd name="connsiteY55" fmla="*/ 540083 h 1234146"/>
                <a:gd name="connsiteX56" fmla="*/ 3712685 w 5971142"/>
                <a:gd name="connsiteY56" fmla="*/ 507033 h 1234146"/>
                <a:gd name="connsiteX57" fmla="*/ 3745735 w 5971142"/>
                <a:gd name="connsiteY57" fmla="*/ 496016 h 1234146"/>
                <a:gd name="connsiteX58" fmla="*/ 3822853 w 5971142"/>
                <a:gd name="connsiteY58" fmla="*/ 440932 h 1234146"/>
                <a:gd name="connsiteX59" fmla="*/ 3888954 w 5971142"/>
                <a:gd name="connsiteY59" fmla="*/ 396864 h 1234146"/>
                <a:gd name="connsiteX60" fmla="*/ 3922005 w 5971142"/>
                <a:gd name="connsiteY60" fmla="*/ 374830 h 1234146"/>
                <a:gd name="connsiteX61" fmla="*/ 3988106 w 5971142"/>
                <a:gd name="connsiteY61" fmla="*/ 341780 h 1234146"/>
                <a:gd name="connsiteX62" fmla="*/ 4065224 w 5971142"/>
                <a:gd name="connsiteY62" fmla="*/ 319746 h 1234146"/>
                <a:gd name="connsiteX63" fmla="*/ 4131326 w 5971142"/>
                <a:gd name="connsiteY63" fmla="*/ 297712 h 1234146"/>
                <a:gd name="connsiteX64" fmla="*/ 4175393 w 5971142"/>
                <a:gd name="connsiteY64" fmla="*/ 286695 h 1234146"/>
                <a:gd name="connsiteX65" fmla="*/ 4274545 w 5971142"/>
                <a:gd name="connsiteY65" fmla="*/ 242628 h 1234146"/>
                <a:gd name="connsiteX66" fmla="*/ 4307595 w 5971142"/>
                <a:gd name="connsiteY66" fmla="*/ 231611 h 1234146"/>
                <a:gd name="connsiteX67" fmla="*/ 4340646 w 5971142"/>
                <a:gd name="connsiteY67" fmla="*/ 209577 h 1234146"/>
                <a:gd name="connsiteX68" fmla="*/ 4384713 w 5971142"/>
                <a:gd name="connsiteY68" fmla="*/ 198560 h 1234146"/>
                <a:gd name="connsiteX69" fmla="*/ 4450815 w 5971142"/>
                <a:gd name="connsiteY69" fmla="*/ 176527 h 1234146"/>
                <a:gd name="connsiteX70" fmla="*/ 4549967 w 5971142"/>
                <a:gd name="connsiteY70" fmla="*/ 165510 h 1234146"/>
                <a:gd name="connsiteX71" fmla="*/ 4682169 w 5971142"/>
                <a:gd name="connsiteY71" fmla="*/ 143476 h 1234146"/>
                <a:gd name="connsiteX72" fmla="*/ 5034709 w 5971142"/>
                <a:gd name="connsiteY72" fmla="*/ 132459 h 1234146"/>
                <a:gd name="connsiteX73" fmla="*/ 5100810 w 5971142"/>
                <a:gd name="connsiteY73" fmla="*/ 121442 h 1234146"/>
                <a:gd name="connsiteX74" fmla="*/ 5155894 w 5971142"/>
                <a:gd name="connsiteY74" fmla="*/ 110425 h 1234146"/>
                <a:gd name="connsiteX75" fmla="*/ 5409282 w 5971142"/>
                <a:gd name="connsiteY75" fmla="*/ 154493 h 1234146"/>
                <a:gd name="connsiteX76" fmla="*/ 5563518 w 5971142"/>
                <a:gd name="connsiteY76" fmla="*/ 176527 h 1234146"/>
                <a:gd name="connsiteX77" fmla="*/ 5640636 w 5971142"/>
                <a:gd name="connsiteY77" fmla="*/ 187544 h 1234146"/>
                <a:gd name="connsiteX78" fmla="*/ 5971142 w 5971142"/>
                <a:gd name="connsiteY78" fmla="*/ 187544 h 123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971142" h="1234146">
                  <a:moveTo>
                    <a:pt x="0" y="257"/>
                  </a:moveTo>
                  <a:cubicBezTo>
                    <a:pt x="174414" y="25174"/>
                    <a:pt x="-37255" y="257"/>
                    <a:pt x="253388" y="257"/>
                  </a:cubicBezTo>
                  <a:cubicBezTo>
                    <a:pt x="348938" y="257"/>
                    <a:pt x="444347" y="7602"/>
                    <a:pt x="539827" y="11274"/>
                  </a:cubicBezTo>
                  <a:cubicBezTo>
                    <a:pt x="610520" y="1175"/>
                    <a:pt x="623370" y="-8006"/>
                    <a:pt x="694063" y="11274"/>
                  </a:cubicBezTo>
                  <a:cubicBezTo>
                    <a:pt x="709907" y="15595"/>
                    <a:pt x="722753" y="27541"/>
                    <a:pt x="738130" y="33307"/>
                  </a:cubicBezTo>
                  <a:cubicBezTo>
                    <a:pt x="752307" y="38623"/>
                    <a:pt x="767509" y="40652"/>
                    <a:pt x="782198" y="44324"/>
                  </a:cubicBezTo>
                  <a:cubicBezTo>
                    <a:pt x="795890" y="55278"/>
                    <a:pt x="856142" y="100155"/>
                    <a:pt x="870333" y="121442"/>
                  </a:cubicBezTo>
                  <a:cubicBezTo>
                    <a:pt x="876775" y="131105"/>
                    <a:pt x="876157" y="144106"/>
                    <a:pt x="881350" y="154493"/>
                  </a:cubicBezTo>
                  <a:cubicBezTo>
                    <a:pt x="887271" y="166336"/>
                    <a:pt x="897462" y="175701"/>
                    <a:pt x="903383" y="187544"/>
                  </a:cubicBezTo>
                  <a:cubicBezTo>
                    <a:pt x="908576" y="197931"/>
                    <a:pt x="909207" y="210207"/>
                    <a:pt x="914400" y="220594"/>
                  </a:cubicBezTo>
                  <a:cubicBezTo>
                    <a:pt x="920322" y="232437"/>
                    <a:pt x="931056" y="241545"/>
                    <a:pt x="936434" y="253645"/>
                  </a:cubicBezTo>
                  <a:cubicBezTo>
                    <a:pt x="945867" y="274869"/>
                    <a:pt x="945585" y="300421"/>
                    <a:pt x="958468" y="319746"/>
                  </a:cubicBezTo>
                  <a:cubicBezTo>
                    <a:pt x="965812" y="330763"/>
                    <a:pt x="974580" y="340954"/>
                    <a:pt x="980501" y="352797"/>
                  </a:cubicBezTo>
                  <a:cubicBezTo>
                    <a:pt x="985694" y="363184"/>
                    <a:pt x="986944" y="375173"/>
                    <a:pt x="991518" y="385847"/>
                  </a:cubicBezTo>
                  <a:cubicBezTo>
                    <a:pt x="997987" y="400942"/>
                    <a:pt x="1007083" y="414820"/>
                    <a:pt x="1013552" y="429915"/>
                  </a:cubicBezTo>
                  <a:cubicBezTo>
                    <a:pt x="1018126" y="440589"/>
                    <a:pt x="1019376" y="452578"/>
                    <a:pt x="1024569" y="462965"/>
                  </a:cubicBezTo>
                  <a:cubicBezTo>
                    <a:pt x="1064316" y="542457"/>
                    <a:pt x="1030011" y="443520"/>
                    <a:pt x="1068636" y="540083"/>
                  </a:cubicBezTo>
                  <a:cubicBezTo>
                    <a:pt x="1077262" y="561648"/>
                    <a:pt x="1077786" y="586860"/>
                    <a:pt x="1090670" y="606185"/>
                  </a:cubicBezTo>
                  <a:lnTo>
                    <a:pt x="1134738" y="672286"/>
                  </a:lnTo>
                  <a:cubicBezTo>
                    <a:pt x="1174907" y="792800"/>
                    <a:pt x="1110846" y="610268"/>
                    <a:pt x="1167788" y="738387"/>
                  </a:cubicBezTo>
                  <a:cubicBezTo>
                    <a:pt x="1177221" y="759611"/>
                    <a:pt x="1176939" y="785163"/>
                    <a:pt x="1189822" y="804488"/>
                  </a:cubicBezTo>
                  <a:cubicBezTo>
                    <a:pt x="1204511" y="826522"/>
                    <a:pt x="1222046" y="846904"/>
                    <a:pt x="1233889" y="870589"/>
                  </a:cubicBezTo>
                  <a:cubicBezTo>
                    <a:pt x="1247360" y="897532"/>
                    <a:pt x="1258490" y="924347"/>
                    <a:pt x="1277957" y="947707"/>
                  </a:cubicBezTo>
                  <a:cubicBezTo>
                    <a:pt x="1287931" y="959676"/>
                    <a:pt x="1301033" y="968789"/>
                    <a:pt x="1311007" y="980758"/>
                  </a:cubicBezTo>
                  <a:cubicBezTo>
                    <a:pt x="1319483" y="990930"/>
                    <a:pt x="1323678" y="1004446"/>
                    <a:pt x="1333041" y="1013809"/>
                  </a:cubicBezTo>
                  <a:cubicBezTo>
                    <a:pt x="1342404" y="1023171"/>
                    <a:pt x="1355318" y="1028146"/>
                    <a:pt x="1366092" y="1035842"/>
                  </a:cubicBezTo>
                  <a:cubicBezTo>
                    <a:pt x="1424454" y="1077529"/>
                    <a:pt x="1389574" y="1062031"/>
                    <a:pt x="1443210" y="1079910"/>
                  </a:cubicBezTo>
                  <a:cubicBezTo>
                    <a:pt x="1540434" y="1144728"/>
                    <a:pt x="1385027" y="1045308"/>
                    <a:pt x="1542362" y="1123977"/>
                  </a:cubicBezTo>
                  <a:cubicBezTo>
                    <a:pt x="1576399" y="1140996"/>
                    <a:pt x="1614412" y="1162599"/>
                    <a:pt x="1652530" y="1168045"/>
                  </a:cubicBezTo>
                  <a:cubicBezTo>
                    <a:pt x="1819784" y="1191939"/>
                    <a:pt x="1627628" y="1165595"/>
                    <a:pt x="1839817" y="1190078"/>
                  </a:cubicBezTo>
                  <a:lnTo>
                    <a:pt x="2016087" y="1212112"/>
                  </a:lnTo>
                  <a:lnTo>
                    <a:pt x="2093205" y="1223129"/>
                  </a:lnTo>
                  <a:cubicBezTo>
                    <a:pt x="2126202" y="1227254"/>
                    <a:pt x="2159306" y="1230474"/>
                    <a:pt x="2192357" y="1234146"/>
                  </a:cubicBezTo>
                  <a:cubicBezTo>
                    <a:pt x="2218444" y="1230885"/>
                    <a:pt x="2314824" y="1220054"/>
                    <a:pt x="2346593" y="1212112"/>
                  </a:cubicBezTo>
                  <a:cubicBezTo>
                    <a:pt x="2369125" y="1206479"/>
                    <a:pt x="2390162" y="1195711"/>
                    <a:pt x="2412694" y="1190078"/>
                  </a:cubicBezTo>
                  <a:cubicBezTo>
                    <a:pt x="2427383" y="1186406"/>
                    <a:pt x="2441981" y="1182347"/>
                    <a:pt x="2456762" y="1179062"/>
                  </a:cubicBezTo>
                  <a:cubicBezTo>
                    <a:pt x="2475041" y="1175000"/>
                    <a:pt x="2493781" y="1172972"/>
                    <a:pt x="2511846" y="1168045"/>
                  </a:cubicBezTo>
                  <a:cubicBezTo>
                    <a:pt x="2534253" y="1161934"/>
                    <a:pt x="2555172" y="1150566"/>
                    <a:pt x="2577947" y="1146011"/>
                  </a:cubicBezTo>
                  <a:cubicBezTo>
                    <a:pt x="2596309" y="1142339"/>
                    <a:pt x="2614866" y="1139536"/>
                    <a:pt x="2633032" y="1134994"/>
                  </a:cubicBezTo>
                  <a:cubicBezTo>
                    <a:pt x="2644298" y="1132177"/>
                    <a:pt x="2654746" y="1126496"/>
                    <a:pt x="2666082" y="1123977"/>
                  </a:cubicBezTo>
                  <a:cubicBezTo>
                    <a:pt x="2687888" y="1119131"/>
                    <a:pt x="2710512" y="1118378"/>
                    <a:pt x="2732183" y="1112960"/>
                  </a:cubicBezTo>
                  <a:cubicBezTo>
                    <a:pt x="2754715" y="1107327"/>
                    <a:pt x="2798285" y="1090927"/>
                    <a:pt x="2798285" y="1090927"/>
                  </a:cubicBezTo>
                  <a:cubicBezTo>
                    <a:pt x="2809302" y="1083582"/>
                    <a:pt x="2819492" y="1074814"/>
                    <a:pt x="2831335" y="1068893"/>
                  </a:cubicBezTo>
                  <a:cubicBezTo>
                    <a:pt x="2857679" y="1055721"/>
                    <a:pt x="2890867" y="1045377"/>
                    <a:pt x="2919470" y="1035842"/>
                  </a:cubicBezTo>
                  <a:cubicBezTo>
                    <a:pt x="2960717" y="994597"/>
                    <a:pt x="3007373" y="944113"/>
                    <a:pt x="3062689" y="925674"/>
                  </a:cubicBezTo>
                  <a:cubicBezTo>
                    <a:pt x="3089662" y="916683"/>
                    <a:pt x="3115982" y="909641"/>
                    <a:pt x="3139807" y="892623"/>
                  </a:cubicBezTo>
                  <a:cubicBezTo>
                    <a:pt x="3152485" y="883567"/>
                    <a:pt x="3160560" y="869137"/>
                    <a:pt x="3172858" y="859572"/>
                  </a:cubicBezTo>
                  <a:cubicBezTo>
                    <a:pt x="3193761" y="843314"/>
                    <a:pt x="3216925" y="830194"/>
                    <a:pt x="3238959" y="815505"/>
                  </a:cubicBezTo>
                  <a:cubicBezTo>
                    <a:pt x="3249976" y="808160"/>
                    <a:pt x="3262647" y="802834"/>
                    <a:pt x="3272010" y="793471"/>
                  </a:cubicBezTo>
                  <a:cubicBezTo>
                    <a:pt x="3302391" y="763090"/>
                    <a:pt x="3302322" y="758838"/>
                    <a:pt x="3338111" y="738387"/>
                  </a:cubicBezTo>
                  <a:cubicBezTo>
                    <a:pt x="3352370" y="730239"/>
                    <a:pt x="3368252" y="725057"/>
                    <a:pt x="3382179" y="716353"/>
                  </a:cubicBezTo>
                  <a:cubicBezTo>
                    <a:pt x="3397749" y="706622"/>
                    <a:pt x="3410195" y="692220"/>
                    <a:pt x="3426246" y="683303"/>
                  </a:cubicBezTo>
                  <a:cubicBezTo>
                    <a:pt x="3443533" y="673699"/>
                    <a:pt x="3463642" y="670113"/>
                    <a:pt x="3481330" y="661269"/>
                  </a:cubicBezTo>
                  <a:cubicBezTo>
                    <a:pt x="3566754" y="618556"/>
                    <a:pt x="3464360" y="655909"/>
                    <a:pt x="3547432" y="628218"/>
                  </a:cubicBezTo>
                  <a:cubicBezTo>
                    <a:pt x="3588143" y="567151"/>
                    <a:pt x="3546172" y="615454"/>
                    <a:pt x="3602516" y="584151"/>
                  </a:cubicBezTo>
                  <a:cubicBezTo>
                    <a:pt x="3625665" y="571290"/>
                    <a:pt x="3646583" y="554772"/>
                    <a:pt x="3668617" y="540083"/>
                  </a:cubicBezTo>
                  <a:cubicBezTo>
                    <a:pt x="3683895" y="529898"/>
                    <a:pt x="3696743" y="516143"/>
                    <a:pt x="3712685" y="507033"/>
                  </a:cubicBezTo>
                  <a:cubicBezTo>
                    <a:pt x="3722768" y="501272"/>
                    <a:pt x="3734718" y="499688"/>
                    <a:pt x="3745735" y="496016"/>
                  </a:cubicBezTo>
                  <a:cubicBezTo>
                    <a:pt x="3810385" y="409816"/>
                    <a:pt x="3742407" y="481155"/>
                    <a:pt x="3822853" y="440932"/>
                  </a:cubicBezTo>
                  <a:cubicBezTo>
                    <a:pt x="3846539" y="429089"/>
                    <a:pt x="3866920" y="411553"/>
                    <a:pt x="3888954" y="396864"/>
                  </a:cubicBezTo>
                  <a:cubicBezTo>
                    <a:pt x="3899971" y="389519"/>
                    <a:pt x="3909444" y="379017"/>
                    <a:pt x="3922005" y="374830"/>
                  </a:cubicBezTo>
                  <a:cubicBezTo>
                    <a:pt x="4005081" y="347138"/>
                    <a:pt x="3902680" y="384493"/>
                    <a:pt x="3988106" y="341780"/>
                  </a:cubicBezTo>
                  <a:cubicBezTo>
                    <a:pt x="4006618" y="332524"/>
                    <a:pt x="4047575" y="325041"/>
                    <a:pt x="4065224" y="319746"/>
                  </a:cubicBezTo>
                  <a:cubicBezTo>
                    <a:pt x="4087470" y="313072"/>
                    <a:pt x="4108794" y="303345"/>
                    <a:pt x="4131326" y="297712"/>
                  </a:cubicBezTo>
                  <a:cubicBezTo>
                    <a:pt x="4146015" y="294040"/>
                    <a:pt x="4160834" y="290855"/>
                    <a:pt x="4175393" y="286695"/>
                  </a:cubicBezTo>
                  <a:cubicBezTo>
                    <a:pt x="4227508" y="271805"/>
                    <a:pt x="4207192" y="272562"/>
                    <a:pt x="4274545" y="242628"/>
                  </a:cubicBezTo>
                  <a:cubicBezTo>
                    <a:pt x="4285157" y="237912"/>
                    <a:pt x="4297208" y="236804"/>
                    <a:pt x="4307595" y="231611"/>
                  </a:cubicBezTo>
                  <a:cubicBezTo>
                    <a:pt x="4319438" y="225689"/>
                    <a:pt x="4328476" y="214793"/>
                    <a:pt x="4340646" y="209577"/>
                  </a:cubicBezTo>
                  <a:cubicBezTo>
                    <a:pt x="4354563" y="203613"/>
                    <a:pt x="4370210" y="202911"/>
                    <a:pt x="4384713" y="198560"/>
                  </a:cubicBezTo>
                  <a:cubicBezTo>
                    <a:pt x="4406959" y="191886"/>
                    <a:pt x="4427731" y="179092"/>
                    <a:pt x="4450815" y="176527"/>
                  </a:cubicBezTo>
                  <a:cubicBezTo>
                    <a:pt x="4483866" y="172855"/>
                    <a:pt x="4517047" y="170213"/>
                    <a:pt x="4549967" y="165510"/>
                  </a:cubicBezTo>
                  <a:cubicBezTo>
                    <a:pt x="4594193" y="159192"/>
                    <a:pt x="4637516" y="144871"/>
                    <a:pt x="4682169" y="143476"/>
                  </a:cubicBezTo>
                  <a:lnTo>
                    <a:pt x="5034709" y="132459"/>
                  </a:lnTo>
                  <a:lnTo>
                    <a:pt x="5100810" y="121442"/>
                  </a:lnTo>
                  <a:cubicBezTo>
                    <a:pt x="5119233" y="118092"/>
                    <a:pt x="5137192" y="109490"/>
                    <a:pt x="5155894" y="110425"/>
                  </a:cubicBezTo>
                  <a:cubicBezTo>
                    <a:pt x="5362548" y="120758"/>
                    <a:pt x="5261031" y="127538"/>
                    <a:pt x="5409282" y="154493"/>
                  </a:cubicBezTo>
                  <a:cubicBezTo>
                    <a:pt x="5460378" y="163783"/>
                    <a:pt x="5512106" y="169182"/>
                    <a:pt x="5563518" y="176527"/>
                  </a:cubicBezTo>
                  <a:cubicBezTo>
                    <a:pt x="5589224" y="180199"/>
                    <a:pt x="5614669" y="187544"/>
                    <a:pt x="5640636" y="187544"/>
                  </a:cubicBezTo>
                  <a:lnTo>
                    <a:pt x="5971142" y="187544"/>
                  </a:lnTo>
                </a:path>
              </a:pathLst>
            </a:custGeom>
            <a:noFill/>
            <a:ln>
              <a:solidFill>
                <a:srgbClr val="9A63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Cloud 72">
              <a:extLst>
                <a:ext uri="{FF2B5EF4-FFF2-40B4-BE49-F238E27FC236}">
                  <a16:creationId xmlns:a16="http://schemas.microsoft.com/office/drawing/2014/main" id="{2294AC5D-CBC0-034E-EDCD-0194B79AC3C2}"/>
                </a:ext>
              </a:extLst>
            </p:cNvPr>
            <p:cNvSpPr/>
            <p:nvPr/>
          </p:nvSpPr>
          <p:spPr>
            <a:xfrm rot="21051776">
              <a:off x="3954202" y="3681306"/>
              <a:ext cx="210052" cy="112587"/>
            </a:xfrm>
            <a:prstGeom prst="clou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Cloud 73">
              <a:extLst>
                <a:ext uri="{FF2B5EF4-FFF2-40B4-BE49-F238E27FC236}">
                  <a16:creationId xmlns:a16="http://schemas.microsoft.com/office/drawing/2014/main" id="{FBADC2E7-1A56-3785-4898-CEBC625BFC56}"/>
                </a:ext>
              </a:extLst>
            </p:cNvPr>
            <p:cNvSpPr/>
            <p:nvPr/>
          </p:nvSpPr>
          <p:spPr>
            <a:xfrm rot="1035449">
              <a:off x="3690515" y="3661897"/>
              <a:ext cx="210052" cy="112587"/>
            </a:xfrm>
            <a:prstGeom prst="clou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Down Arrow 74">
              <a:extLst>
                <a:ext uri="{FF2B5EF4-FFF2-40B4-BE49-F238E27FC236}">
                  <a16:creationId xmlns:a16="http://schemas.microsoft.com/office/drawing/2014/main" id="{2C51B705-14DF-BE88-2CFA-DD5B4E706827}"/>
                </a:ext>
              </a:extLst>
            </p:cNvPr>
            <p:cNvSpPr/>
            <p:nvPr/>
          </p:nvSpPr>
          <p:spPr>
            <a:xfrm rot="10800000">
              <a:off x="4581817" y="3190200"/>
              <a:ext cx="62337" cy="144086"/>
            </a:xfrm>
            <a:prstGeom prst="down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Down Arrow 75">
              <a:extLst>
                <a:ext uri="{FF2B5EF4-FFF2-40B4-BE49-F238E27FC236}">
                  <a16:creationId xmlns:a16="http://schemas.microsoft.com/office/drawing/2014/main" id="{6023D12D-4067-D27E-8C9D-41651B081B8E}"/>
                </a:ext>
              </a:extLst>
            </p:cNvPr>
            <p:cNvSpPr/>
            <p:nvPr/>
          </p:nvSpPr>
          <p:spPr>
            <a:xfrm>
              <a:off x="4677065" y="3206314"/>
              <a:ext cx="62337" cy="144086"/>
            </a:xfrm>
            <a:prstGeom prst="down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6C238BF-2346-CC01-6EBB-DC91DEBA720E}"/>
                </a:ext>
              </a:extLst>
            </p:cNvPr>
            <p:cNvGrpSpPr/>
            <p:nvPr/>
          </p:nvGrpSpPr>
          <p:grpSpPr>
            <a:xfrm>
              <a:off x="3734758" y="3278100"/>
              <a:ext cx="416034" cy="349952"/>
              <a:chOff x="2156742" y="3102251"/>
              <a:chExt cx="1458093" cy="1130847"/>
            </a:xfrm>
          </p:grpSpPr>
          <p:sp>
            <p:nvSpPr>
              <p:cNvPr id="116" name="Curved Right Arrow 115">
                <a:extLst>
                  <a:ext uri="{FF2B5EF4-FFF2-40B4-BE49-F238E27FC236}">
                    <a16:creationId xmlns:a16="http://schemas.microsoft.com/office/drawing/2014/main" id="{88F9D29D-D557-174F-DF01-D6446CB455FE}"/>
                  </a:ext>
                </a:extLst>
              </p:cNvPr>
              <p:cNvSpPr/>
              <p:nvPr/>
            </p:nvSpPr>
            <p:spPr>
              <a:xfrm>
                <a:off x="2156742" y="3145449"/>
                <a:ext cx="681827" cy="1087649"/>
              </a:xfrm>
              <a:prstGeom prst="curvedRightArrow">
                <a:avLst/>
              </a:prstGeom>
              <a:solidFill>
                <a:srgbClr val="4E8F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Curved Right Arrow 117">
                <a:extLst>
                  <a:ext uri="{FF2B5EF4-FFF2-40B4-BE49-F238E27FC236}">
                    <a16:creationId xmlns:a16="http://schemas.microsoft.com/office/drawing/2014/main" id="{D40DF2C3-4A0A-AD12-FE25-5B3FF17034EB}"/>
                  </a:ext>
                </a:extLst>
              </p:cNvPr>
              <p:cNvSpPr/>
              <p:nvPr/>
            </p:nvSpPr>
            <p:spPr>
              <a:xfrm rot="10800000">
                <a:off x="2933008" y="3102251"/>
                <a:ext cx="681827" cy="1087649"/>
              </a:xfrm>
              <a:prstGeom prst="curvedRightArrow">
                <a:avLst/>
              </a:prstGeom>
              <a:solidFill>
                <a:srgbClr val="9411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9" name="Down Arrow 98">
              <a:extLst>
                <a:ext uri="{FF2B5EF4-FFF2-40B4-BE49-F238E27FC236}">
                  <a16:creationId xmlns:a16="http://schemas.microsoft.com/office/drawing/2014/main" id="{9931C815-5601-986B-1DA1-30FE076AAFFB}"/>
                </a:ext>
              </a:extLst>
            </p:cNvPr>
            <p:cNvSpPr/>
            <p:nvPr/>
          </p:nvSpPr>
          <p:spPr>
            <a:xfrm rot="16474726" flipH="1">
              <a:off x="5161068" y="3274310"/>
              <a:ext cx="45719" cy="104714"/>
            </a:xfrm>
            <a:prstGeom prst="downArrow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Down Arrow 100">
              <a:extLst>
                <a:ext uri="{FF2B5EF4-FFF2-40B4-BE49-F238E27FC236}">
                  <a16:creationId xmlns:a16="http://schemas.microsoft.com/office/drawing/2014/main" id="{D66A63BF-DF04-D0F2-9260-92E94CC2453F}"/>
                </a:ext>
              </a:extLst>
            </p:cNvPr>
            <p:cNvSpPr/>
            <p:nvPr/>
          </p:nvSpPr>
          <p:spPr>
            <a:xfrm rot="15002176">
              <a:off x="3543540" y="3448773"/>
              <a:ext cx="45719" cy="126098"/>
            </a:xfrm>
            <a:prstGeom prst="downArrow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23024DB1-3595-BD36-F591-8931BB6D467F}"/>
                </a:ext>
              </a:extLst>
            </p:cNvPr>
            <p:cNvCxnSpPr>
              <a:cxnSpLocks/>
            </p:cNvCxnSpPr>
            <p:nvPr/>
          </p:nvCxnSpPr>
          <p:spPr>
            <a:xfrm>
              <a:off x="3227874" y="3199069"/>
              <a:ext cx="2080595" cy="97210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132A0061-C35F-D5C2-4A0E-5E0CA517DCAF}"/>
                </a:ext>
              </a:extLst>
            </p:cNvPr>
            <p:cNvGrpSpPr/>
            <p:nvPr/>
          </p:nvGrpSpPr>
          <p:grpSpPr>
            <a:xfrm>
              <a:off x="3267071" y="2615459"/>
              <a:ext cx="1892662" cy="406480"/>
              <a:chOff x="2489312" y="2966165"/>
              <a:chExt cx="1892662" cy="406480"/>
            </a:xfrm>
          </p:grpSpPr>
          <p:sp>
            <p:nvSpPr>
              <p:cNvPr id="121" name="Rounded Rectangle 120">
                <a:extLst>
                  <a:ext uri="{FF2B5EF4-FFF2-40B4-BE49-F238E27FC236}">
                    <a16:creationId xmlns:a16="http://schemas.microsoft.com/office/drawing/2014/main" id="{D1485AC3-F7BE-3110-740F-BC221B737199}"/>
                  </a:ext>
                </a:extLst>
              </p:cNvPr>
              <p:cNvSpPr/>
              <p:nvPr/>
            </p:nvSpPr>
            <p:spPr>
              <a:xfrm>
                <a:off x="2489312" y="2966165"/>
                <a:ext cx="924026" cy="40011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Hydrologic Controls</a:t>
                </a:r>
              </a:p>
            </p:txBody>
          </p:sp>
          <p:sp>
            <p:nvSpPr>
              <p:cNvPr id="125" name="Rounded Rectangle 124">
                <a:extLst>
                  <a:ext uri="{FF2B5EF4-FFF2-40B4-BE49-F238E27FC236}">
                    <a16:creationId xmlns:a16="http://schemas.microsoft.com/office/drawing/2014/main" id="{28FA5565-DDB3-6738-9F38-43D77513EB6A}"/>
                  </a:ext>
                </a:extLst>
              </p:cNvPr>
              <p:cNvSpPr/>
              <p:nvPr/>
            </p:nvSpPr>
            <p:spPr>
              <a:xfrm>
                <a:off x="3457948" y="2972535"/>
                <a:ext cx="924026" cy="40011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Biological Controls</a:t>
                </a:r>
              </a:p>
            </p:txBody>
          </p: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BF55CA8-8478-A55C-AB9F-70AAD488AA97}"/>
                </a:ext>
              </a:extLst>
            </p:cNvPr>
            <p:cNvSpPr txBox="1"/>
            <p:nvPr/>
          </p:nvSpPr>
          <p:spPr>
            <a:xfrm>
              <a:off x="4056147" y="2623734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B7AB4C-3E1C-9F2A-1C9B-09699C0A9812}"/>
                </a:ext>
              </a:extLst>
            </p:cNvPr>
            <p:cNvGrpSpPr/>
            <p:nvPr/>
          </p:nvGrpSpPr>
          <p:grpSpPr>
            <a:xfrm>
              <a:off x="5396581" y="2613498"/>
              <a:ext cx="1892662" cy="406480"/>
              <a:chOff x="4343136" y="1851705"/>
              <a:chExt cx="1892662" cy="406480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BF6D7B90-4EA5-44CD-37BB-446FAA11421D}"/>
                  </a:ext>
                </a:extLst>
              </p:cNvPr>
              <p:cNvGrpSpPr/>
              <p:nvPr/>
            </p:nvGrpSpPr>
            <p:grpSpPr>
              <a:xfrm>
                <a:off x="4343136" y="1851705"/>
                <a:ext cx="1892662" cy="406480"/>
                <a:chOff x="2489312" y="2966165"/>
                <a:chExt cx="1892662" cy="406480"/>
              </a:xfrm>
            </p:grpSpPr>
            <p:sp>
              <p:nvSpPr>
                <p:cNvPr id="131" name="Rounded Rectangle 130">
                  <a:extLst>
                    <a:ext uri="{FF2B5EF4-FFF2-40B4-BE49-F238E27FC236}">
                      <a16:creationId xmlns:a16="http://schemas.microsoft.com/office/drawing/2014/main" id="{BAEB192C-2958-8CDD-1A5E-16A5EE9785FE}"/>
                    </a:ext>
                  </a:extLst>
                </p:cNvPr>
                <p:cNvSpPr/>
                <p:nvPr/>
              </p:nvSpPr>
              <p:spPr>
                <a:xfrm>
                  <a:off x="2489312" y="2966165"/>
                  <a:ext cx="924026" cy="40011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Hydrologic Controls</a:t>
                  </a:r>
                </a:p>
              </p:txBody>
            </p:sp>
            <p:sp>
              <p:nvSpPr>
                <p:cNvPr id="132" name="Rounded Rectangle 131">
                  <a:extLst>
                    <a:ext uri="{FF2B5EF4-FFF2-40B4-BE49-F238E27FC236}">
                      <a16:creationId xmlns:a16="http://schemas.microsoft.com/office/drawing/2014/main" id="{C6EF5B33-A3B5-FFFA-1E97-8FE8347505EE}"/>
                    </a:ext>
                  </a:extLst>
                </p:cNvPr>
                <p:cNvSpPr/>
                <p:nvPr/>
              </p:nvSpPr>
              <p:spPr>
                <a:xfrm>
                  <a:off x="3457948" y="2972535"/>
                  <a:ext cx="924026" cy="40011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Biological Controls</a:t>
                  </a:r>
                </a:p>
              </p:txBody>
            </p:sp>
          </p:grp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6BF42D6-2DC9-EDB1-066F-3300DC8E098A}"/>
                  </a:ext>
                </a:extLst>
              </p:cNvPr>
              <p:cNvSpPr txBox="1"/>
              <p:nvPr/>
            </p:nvSpPr>
            <p:spPr>
              <a:xfrm>
                <a:off x="5087485" y="1861941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≪</a:t>
                </a: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F55D490A-E445-0827-66C9-B6917B39075B}"/>
                </a:ext>
              </a:extLst>
            </p:cNvPr>
            <p:cNvGrpSpPr/>
            <p:nvPr/>
          </p:nvGrpSpPr>
          <p:grpSpPr>
            <a:xfrm>
              <a:off x="5501833" y="3691770"/>
              <a:ext cx="1008604" cy="1056430"/>
              <a:chOff x="3318192" y="5544847"/>
              <a:chExt cx="1143651" cy="1192509"/>
            </a:xfrm>
          </p:grpSpPr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4AC2621-977A-5ECC-BFAE-E5E0B933EE04}"/>
                  </a:ext>
                </a:extLst>
              </p:cNvPr>
              <p:cNvSpPr txBox="1"/>
              <p:nvPr/>
            </p:nvSpPr>
            <p:spPr>
              <a:xfrm rot="16200000">
                <a:off x="2969302" y="5893737"/>
                <a:ext cx="942072" cy="244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DO   +</a:t>
                </a:r>
              </a:p>
            </p:txBody>
          </p: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4D9FE61D-B42E-A541-D095-79A8D8AD0D7C}"/>
                  </a:ext>
                </a:extLst>
              </p:cNvPr>
              <p:cNvCxnSpPr/>
              <p:nvPr/>
            </p:nvCxnSpPr>
            <p:spPr>
              <a:xfrm>
                <a:off x="3508107" y="5910797"/>
                <a:ext cx="0" cy="6153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5D19F1AD-B02C-06A0-4667-92593D33928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823387" y="6210901"/>
                <a:ext cx="0" cy="6305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08DC5505-1DD6-1B97-B823-3D4523B1CED1}"/>
                  </a:ext>
                </a:extLst>
              </p:cNvPr>
              <p:cNvSpPr txBox="1"/>
              <p:nvPr/>
            </p:nvSpPr>
            <p:spPr>
              <a:xfrm>
                <a:off x="3464513" y="6494161"/>
                <a:ext cx="997330" cy="243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  Time  +</a:t>
                </a:r>
              </a:p>
            </p:txBody>
          </p:sp>
        </p:grp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002E2081-57EA-A813-402A-F3014FCAC0DE}"/>
                </a:ext>
              </a:extLst>
            </p:cNvPr>
            <p:cNvSpPr/>
            <p:nvPr/>
          </p:nvSpPr>
          <p:spPr>
            <a:xfrm>
              <a:off x="5513109" y="3264928"/>
              <a:ext cx="2078710" cy="548128"/>
            </a:xfrm>
            <a:custGeom>
              <a:avLst/>
              <a:gdLst>
                <a:gd name="connsiteX0" fmla="*/ 0 w 5971142"/>
                <a:gd name="connsiteY0" fmla="*/ 257 h 1234146"/>
                <a:gd name="connsiteX1" fmla="*/ 253388 w 5971142"/>
                <a:gd name="connsiteY1" fmla="*/ 257 h 1234146"/>
                <a:gd name="connsiteX2" fmla="*/ 539827 w 5971142"/>
                <a:gd name="connsiteY2" fmla="*/ 11274 h 1234146"/>
                <a:gd name="connsiteX3" fmla="*/ 694063 w 5971142"/>
                <a:gd name="connsiteY3" fmla="*/ 11274 h 1234146"/>
                <a:gd name="connsiteX4" fmla="*/ 738130 w 5971142"/>
                <a:gd name="connsiteY4" fmla="*/ 33307 h 1234146"/>
                <a:gd name="connsiteX5" fmla="*/ 782198 w 5971142"/>
                <a:gd name="connsiteY5" fmla="*/ 44324 h 1234146"/>
                <a:gd name="connsiteX6" fmla="*/ 870333 w 5971142"/>
                <a:gd name="connsiteY6" fmla="*/ 121442 h 1234146"/>
                <a:gd name="connsiteX7" fmla="*/ 881350 w 5971142"/>
                <a:gd name="connsiteY7" fmla="*/ 154493 h 1234146"/>
                <a:gd name="connsiteX8" fmla="*/ 903383 w 5971142"/>
                <a:gd name="connsiteY8" fmla="*/ 187544 h 1234146"/>
                <a:gd name="connsiteX9" fmla="*/ 914400 w 5971142"/>
                <a:gd name="connsiteY9" fmla="*/ 220594 h 1234146"/>
                <a:gd name="connsiteX10" fmla="*/ 936434 w 5971142"/>
                <a:gd name="connsiteY10" fmla="*/ 253645 h 1234146"/>
                <a:gd name="connsiteX11" fmla="*/ 958468 w 5971142"/>
                <a:gd name="connsiteY11" fmla="*/ 319746 h 1234146"/>
                <a:gd name="connsiteX12" fmla="*/ 980501 w 5971142"/>
                <a:gd name="connsiteY12" fmla="*/ 352797 h 1234146"/>
                <a:gd name="connsiteX13" fmla="*/ 991518 w 5971142"/>
                <a:gd name="connsiteY13" fmla="*/ 385847 h 1234146"/>
                <a:gd name="connsiteX14" fmla="*/ 1013552 w 5971142"/>
                <a:gd name="connsiteY14" fmla="*/ 429915 h 1234146"/>
                <a:gd name="connsiteX15" fmla="*/ 1024569 w 5971142"/>
                <a:gd name="connsiteY15" fmla="*/ 462965 h 1234146"/>
                <a:gd name="connsiteX16" fmla="*/ 1068636 w 5971142"/>
                <a:gd name="connsiteY16" fmla="*/ 540083 h 1234146"/>
                <a:gd name="connsiteX17" fmla="*/ 1090670 w 5971142"/>
                <a:gd name="connsiteY17" fmla="*/ 606185 h 1234146"/>
                <a:gd name="connsiteX18" fmla="*/ 1134738 w 5971142"/>
                <a:gd name="connsiteY18" fmla="*/ 672286 h 1234146"/>
                <a:gd name="connsiteX19" fmla="*/ 1167788 w 5971142"/>
                <a:gd name="connsiteY19" fmla="*/ 738387 h 1234146"/>
                <a:gd name="connsiteX20" fmla="*/ 1189822 w 5971142"/>
                <a:gd name="connsiteY20" fmla="*/ 804488 h 1234146"/>
                <a:gd name="connsiteX21" fmla="*/ 1233889 w 5971142"/>
                <a:gd name="connsiteY21" fmla="*/ 870589 h 1234146"/>
                <a:gd name="connsiteX22" fmla="*/ 1277957 w 5971142"/>
                <a:gd name="connsiteY22" fmla="*/ 947707 h 1234146"/>
                <a:gd name="connsiteX23" fmla="*/ 1311007 w 5971142"/>
                <a:gd name="connsiteY23" fmla="*/ 980758 h 1234146"/>
                <a:gd name="connsiteX24" fmla="*/ 1333041 w 5971142"/>
                <a:gd name="connsiteY24" fmla="*/ 1013809 h 1234146"/>
                <a:gd name="connsiteX25" fmla="*/ 1366092 w 5971142"/>
                <a:gd name="connsiteY25" fmla="*/ 1035842 h 1234146"/>
                <a:gd name="connsiteX26" fmla="*/ 1443210 w 5971142"/>
                <a:gd name="connsiteY26" fmla="*/ 1079910 h 1234146"/>
                <a:gd name="connsiteX27" fmla="*/ 1542362 w 5971142"/>
                <a:gd name="connsiteY27" fmla="*/ 1123977 h 1234146"/>
                <a:gd name="connsiteX28" fmla="*/ 1652530 w 5971142"/>
                <a:gd name="connsiteY28" fmla="*/ 1168045 h 1234146"/>
                <a:gd name="connsiteX29" fmla="*/ 1839817 w 5971142"/>
                <a:gd name="connsiteY29" fmla="*/ 1190078 h 1234146"/>
                <a:gd name="connsiteX30" fmla="*/ 2016087 w 5971142"/>
                <a:gd name="connsiteY30" fmla="*/ 1212112 h 1234146"/>
                <a:gd name="connsiteX31" fmla="*/ 2093205 w 5971142"/>
                <a:gd name="connsiteY31" fmla="*/ 1223129 h 1234146"/>
                <a:gd name="connsiteX32" fmla="*/ 2192357 w 5971142"/>
                <a:gd name="connsiteY32" fmla="*/ 1234146 h 1234146"/>
                <a:gd name="connsiteX33" fmla="*/ 2346593 w 5971142"/>
                <a:gd name="connsiteY33" fmla="*/ 1212112 h 1234146"/>
                <a:gd name="connsiteX34" fmla="*/ 2412694 w 5971142"/>
                <a:gd name="connsiteY34" fmla="*/ 1190078 h 1234146"/>
                <a:gd name="connsiteX35" fmla="*/ 2456762 w 5971142"/>
                <a:gd name="connsiteY35" fmla="*/ 1179062 h 1234146"/>
                <a:gd name="connsiteX36" fmla="*/ 2511846 w 5971142"/>
                <a:gd name="connsiteY36" fmla="*/ 1168045 h 1234146"/>
                <a:gd name="connsiteX37" fmla="*/ 2577947 w 5971142"/>
                <a:gd name="connsiteY37" fmla="*/ 1146011 h 1234146"/>
                <a:gd name="connsiteX38" fmla="*/ 2633032 w 5971142"/>
                <a:gd name="connsiteY38" fmla="*/ 1134994 h 1234146"/>
                <a:gd name="connsiteX39" fmla="*/ 2666082 w 5971142"/>
                <a:gd name="connsiteY39" fmla="*/ 1123977 h 1234146"/>
                <a:gd name="connsiteX40" fmla="*/ 2732183 w 5971142"/>
                <a:gd name="connsiteY40" fmla="*/ 1112960 h 1234146"/>
                <a:gd name="connsiteX41" fmla="*/ 2798285 w 5971142"/>
                <a:gd name="connsiteY41" fmla="*/ 1090927 h 1234146"/>
                <a:gd name="connsiteX42" fmla="*/ 2831335 w 5971142"/>
                <a:gd name="connsiteY42" fmla="*/ 1068893 h 1234146"/>
                <a:gd name="connsiteX43" fmla="*/ 2919470 w 5971142"/>
                <a:gd name="connsiteY43" fmla="*/ 1035842 h 1234146"/>
                <a:gd name="connsiteX44" fmla="*/ 3062689 w 5971142"/>
                <a:gd name="connsiteY44" fmla="*/ 925674 h 1234146"/>
                <a:gd name="connsiteX45" fmla="*/ 3139807 w 5971142"/>
                <a:gd name="connsiteY45" fmla="*/ 892623 h 1234146"/>
                <a:gd name="connsiteX46" fmla="*/ 3172858 w 5971142"/>
                <a:gd name="connsiteY46" fmla="*/ 859572 h 1234146"/>
                <a:gd name="connsiteX47" fmla="*/ 3238959 w 5971142"/>
                <a:gd name="connsiteY47" fmla="*/ 815505 h 1234146"/>
                <a:gd name="connsiteX48" fmla="*/ 3272010 w 5971142"/>
                <a:gd name="connsiteY48" fmla="*/ 793471 h 1234146"/>
                <a:gd name="connsiteX49" fmla="*/ 3338111 w 5971142"/>
                <a:gd name="connsiteY49" fmla="*/ 738387 h 1234146"/>
                <a:gd name="connsiteX50" fmla="*/ 3382179 w 5971142"/>
                <a:gd name="connsiteY50" fmla="*/ 716353 h 1234146"/>
                <a:gd name="connsiteX51" fmla="*/ 3426246 w 5971142"/>
                <a:gd name="connsiteY51" fmla="*/ 683303 h 1234146"/>
                <a:gd name="connsiteX52" fmla="*/ 3481330 w 5971142"/>
                <a:gd name="connsiteY52" fmla="*/ 661269 h 1234146"/>
                <a:gd name="connsiteX53" fmla="*/ 3547432 w 5971142"/>
                <a:gd name="connsiteY53" fmla="*/ 628218 h 1234146"/>
                <a:gd name="connsiteX54" fmla="*/ 3602516 w 5971142"/>
                <a:gd name="connsiteY54" fmla="*/ 584151 h 1234146"/>
                <a:gd name="connsiteX55" fmla="*/ 3668617 w 5971142"/>
                <a:gd name="connsiteY55" fmla="*/ 540083 h 1234146"/>
                <a:gd name="connsiteX56" fmla="*/ 3712685 w 5971142"/>
                <a:gd name="connsiteY56" fmla="*/ 507033 h 1234146"/>
                <a:gd name="connsiteX57" fmla="*/ 3745735 w 5971142"/>
                <a:gd name="connsiteY57" fmla="*/ 496016 h 1234146"/>
                <a:gd name="connsiteX58" fmla="*/ 3822853 w 5971142"/>
                <a:gd name="connsiteY58" fmla="*/ 440932 h 1234146"/>
                <a:gd name="connsiteX59" fmla="*/ 3888954 w 5971142"/>
                <a:gd name="connsiteY59" fmla="*/ 396864 h 1234146"/>
                <a:gd name="connsiteX60" fmla="*/ 3922005 w 5971142"/>
                <a:gd name="connsiteY60" fmla="*/ 374830 h 1234146"/>
                <a:gd name="connsiteX61" fmla="*/ 3988106 w 5971142"/>
                <a:gd name="connsiteY61" fmla="*/ 341780 h 1234146"/>
                <a:gd name="connsiteX62" fmla="*/ 4065224 w 5971142"/>
                <a:gd name="connsiteY62" fmla="*/ 319746 h 1234146"/>
                <a:gd name="connsiteX63" fmla="*/ 4131326 w 5971142"/>
                <a:gd name="connsiteY63" fmla="*/ 297712 h 1234146"/>
                <a:gd name="connsiteX64" fmla="*/ 4175393 w 5971142"/>
                <a:gd name="connsiteY64" fmla="*/ 286695 h 1234146"/>
                <a:gd name="connsiteX65" fmla="*/ 4274545 w 5971142"/>
                <a:gd name="connsiteY65" fmla="*/ 242628 h 1234146"/>
                <a:gd name="connsiteX66" fmla="*/ 4307595 w 5971142"/>
                <a:gd name="connsiteY66" fmla="*/ 231611 h 1234146"/>
                <a:gd name="connsiteX67" fmla="*/ 4340646 w 5971142"/>
                <a:gd name="connsiteY67" fmla="*/ 209577 h 1234146"/>
                <a:gd name="connsiteX68" fmla="*/ 4384713 w 5971142"/>
                <a:gd name="connsiteY68" fmla="*/ 198560 h 1234146"/>
                <a:gd name="connsiteX69" fmla="*/ 4450815 w 5971142"/>
                <a:gd name="connsiteY69" fmla="*/ 176527 h 1234146"/>
                <a:gd name="connsiteX70" fmla="*/ 4549967 w 5971142"/>
                <a:gd name="connsiteY70" fmla="*/ 165510 h 1234146"/>
                <a:gd name="connsiteX71" fmla="*/ 4682169 w 5971142"/>
                <a:gd name="connsiteY71" fmla="*/ 143476 h 1234146"/>
                <a:gd name="connsiteX72" fmla="*/ 5034709 w 5971142"/>
                <a:gd name="connsiteY72" fmla="*/ 132459 h 1234146"/>
                <a:gd name="connsiteX73" fmla="*/ 5100810 w 5971142"/>
                <a:gd name="connsiteY73" fmla="*/ 121442 h 1234146"/>
                <a:gd name="connsiteX74" fmla="*/ 5155894 w 5971142"/>
                <a:gd name="connsiteY74" fmla="*/ 110425 h 1234146"/>
                <a:gd name="connsiteX75" fmla="*/ 5409282 w 5971142"/>
                <a:gd name="connsiteY75" fmla="*/ 154493 h 1234146"/>
                <a:gd name="connsiteX76" fmla="*/ 5563518 w 5971142"/>
                <a:gd name="connsiteY76" fmla="*/ 176527 h 1234146"/>
                <a:gd name="connsiteX77" fmla="*/ 5640636 w 5971142"/>
                <a:gd name="connsiteY77" fmla="*/ 187544 h 1234146"/>
                <a:gd name="connsiteX78" fmla="*/ 5971142 w 5971142"/>
                <a:gd name="connsiteY78" fmla="*/ 187544 h 123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971142" h="1234146">
                  <a:moveTo>
                    <a:pt x="0" y="257"/>
                  </a:moveTo>
                  <a:cubicBezTo>
                    <a:pt x="174414" y="25174"/>
                    <a:pt x="-37255" y="257"/>
                    <a:pt x="253388" y="257"/>
                  </a:cubicBezTo>
                  <a:cubicBezTo>
                    <a:pt x="348938" y="257"/>
                    <a:pt x="444347" y="7602"/>
                    <a:pt x="539827" y="11274"/>
                  </a:cubicBezTo>
                  <a:cubicBezTo>
                    <a:pt x="610520" y="1175"/>
                    <a:pt x="623370" y="-8006"/>
                    <a:pt x="694063" y="11274"/>
                  </a:cubicBezTo>
                  <a:cubicBezTo>
                    <a:pt x="709907" y="15595"/>
                    <a:pt x="722753" y="27541"/>
                    <a:pt x="738130" y="33307"/>
                  </a:cubicBezTo>
                  <a:cubicBezTo>
                    <a:pt x="752307" y="38623"/>
                    <a:pt x="767509" y="40652"/>
                    <a:pt x="782198" y="44324"/>
                  </a:cubicBezTo>
                  <a:cubicBezTo>
                    <a:pt x="795890" y="55278"/>
                    <a:pt x="856142" y="100155"/>
                    <a:pt x="870333" y="121442"/>
                  </a:cubicBezTo>
                  <a:cubicBezTo>
                    <a:pt x="876775" y="131105"/>
                    <a:pt x="876157" y="144106"/>
                    <a:pt x="881350" y="154493"/>
                  </a:cubicBezTo>
                  <a:cubicBezTo>
                    <a:pt x="887271" y="166336"/>
                    <a:pt x="897462" y="175701"/>
                    <a:pt x="903383" y="187544"/>
                  </a:cubicBezTo>
                  <a:cubicBezTo>
                    <a:pt x="908576" y="197931"/>
                    <a:pt x="909207" y="210207"/>
                    <a:pt x="914400" y="220594"/>
                  </a:cubicBezTo>
                  <a:cubicBezTo>
                    <a:pt x="920322" y="232437"/>
                    <a:pt x="931056" y="241545"/>
                    <a:pt x="936434" y="253645"/>
                  </a:cubicBezTo>
                  <a:cubicBezTo>
                    <a:pt x="945867" y="274869"/>
                    <a:pt x="945585" y="300421"/>
                    <a:pt x="958468" y="319746"/>
                  </a:cubicBezTo>
                  <a:cubicBezTo>
                    <a:pt x="965812" y="330763"/>
                    <a:pt x="974580" y="340954"/>
                    <a:pt x="980501" y="352797"/>
                  </a:cubicBezTo>
                  <a:cubicBezTo>
                    <a:pt x="985694" y="363184"/>
                    <a:pt x="986944" y="375173"/>
                    <a:pt x="991518" y="385847"/>
                  </a:cubicBezTo>
                  <a:cubicBezTo>
                    <a:pt x="997987" y="400942"/>
                    <a:pt x="1007083" y="414820"/>
                    <a:pt x="1013552" y="429915"/>
                  </a:cubicBezTo>
                  <a:cubicBezTo>
                    <a:pt x="1018126" y="440589"/>
                    <a:pt x="1019376" y="452578"/>
                    <a:pt x="1024569" y="462965"/>
                  </a:cubicBezTo>
                  <a:cubicBezTo>
                    <a:pt x="1064316" y="542457"/>
                    <a:pt x="1030011" y="443520"/>
                    <a:pt x="1068636" y="540083"/>
                  </a:cubicBezTo>
                  <a:cubicBezTo>
                    <a:pt x="1077262" y="561648"/>
                    <a:pt x="1077786" y="586860"/>
                    <a:pt x="1090670" y="606185"/>
                  </a:cubicBezTo>
                  <a:lnTo>
                    <a:pt x="1134738" y="672286"/>
                  </a:lnTo>
                  <a:cubicBezTo>
                    <a:pt x="1174907" y="792800"/>
                    <a:pt x="1110846" y="610268"/>
                    <a:pt x="1167788" y="738387"/>
                  </a:cubicBezTo>
                  <a:cubicBezTo>
                    <a:pt x="1177221" y="759611"/>
                    <a:pt x="1176939" y="785163"/>
                    <a:pt x="1189822" y="804488"/>
                  </a:cubicBezTo>
                  <a:cubicBezTo>
                    <a:pt x="1204511" y="826522"/>
                    <a:pt x="1222046" y="846904"/>
                    <a:pt x="1233889" y="870589"/>
                  </a:cubicBezTo>
                  <a:cubicBezTo>
                    <a:pt x="1247360" y="897532"/>
                    <a:pt x="1258490" y="924347"/>
                    <a:pt x="1277957" y="947707"/>
                  </a:cubicBezTo>
                  <a:cubicBezTo>
                    <a:pt x="1287931" y="959676"/>
                    <a:pt x="1301033" y="968789"/>
                    <a:pt x="1311007" y="980758"/>
                  </a:cubicBezTo>
                  <a:cubicBezTo>
                    <a:pt x="1319483" y="990930"/>
                    <a:pt x="1323678" y="1004446"/>
                    <a:pt x="1333041" y="1013809"/>
                  </a:cubicBezTo>
                  <a:cubicBezTo>
                    <a:pt x="1342404" y="1023171"/>
                    <a:pt x="1355318" y="1028146"/>
                    <a:pt x="1366092" y="1035842"/>
                  </a:cubicBezTo>
                  <a:cubicBezTo>
                    <a:pt x="1424454" y="1077529"/>
                    <a:pt x="1389574" y="1062031"/>
                    <a:pt x="1443210" y="1079910"/>
                  </a:cubicBezTo>
                  <a:cubicBezTo>
                    <a:pt x="1540434" y="1144728"/>
                    <a:pt x="1385027" y="1045308"/>
                    <a:pt x="1542362" y="1123977"/>
                  </a:cubicBezTo>
                  <a:cubicBezTo>
                    <a:pt x="1576399" y="1140996"/>
                    <a:pt x="1614412" y="1162599"/>
                    <a:pt x="1652530" y="1168045"/>
                  </a:cubicBezTo>
                  <a:cubicBezTo>
                    <a:pt x="1819784" y="1191939"/>
                    <a:pt x="1627628" y="1165595"/>
                    <a:pt x="1839817" y="1190078"/>
                  </a:cubicBezTo>
                  <a:lnTo>
                    <a:pt x="2016087" y="1212112"/>
                  </a:lnTo>
                  <a:lnTo>
                    <a:pt x="2093205" y="1223129"/>
                  </a:lnTo>
                  <a:cubicBezTo>
                    <a:pt x="2126202" y="1227254"/>
                    <a:pt x="2159306" y="1230474"/>
                    <a:pt x="2192357" y="1234146"/>
                  </a:cubicBezTo>
                  <a:cubicBezTo>
                    <a:pt x="2218444" y="1230885"/>
                    <a:pt x="2314824" y="1220054"/>
                    <a:pt x="2346593" y="1212112"/>
                  </a:cubicBezTo>
                  <a:cubicBezTo>
                    <a:pt x="2369125" y="1206479"/>
                    <a:pt x="2390162" y="1195711"/>
                    <a:pt x="2412694" y="1190078"/>
                  </a:cubicBezTo>
                  <a:cubicBezTo>
                    <a:pt x="2427383" y="1186406"/>
                    <a:pt x="2441981" y="1182347"/>
                    <a:pt x="2456762" y="1179062"/>
                  </a:cubicBezTo>
                  <a:cubicBezTo>
                    <a:pt x="2475041" y="1175000"/>
                    <a:pt x="2493781" y="1172972"/>
                    <a:pt x="2511846" y="1168045"/>
                  </a:cubicBezTo>
                  <a:cubicBezTo>
                    <a:pt x="2534253" y="1161934"/>
                    <a:pt x="2555172" y="1150566"/>
                    <a:pt x="2577947" y="1146011"/>
                  </a:cubicBezTo>
                  <a:cubicBezTo>
                    <a:pt x="2596309" y="1142339"/>
                    <a:pt x="2614866" y="1139536"/>
                    <a:pt x="2633032" y="1134994"/>
                  </a:cubicBezTo>
                  <a:cubicBezTo>
                    <a:pt x="2644298" y="1132177"/>
                    <a:pt x="2654746" y="1126496"/>
                    <a:pt x="2666082" y="1123977"/>
                  </a:cubicBezTo>
                  <a:cubicBezTo>
                    <a:pt x="2687888" y="1119131"/>
                    <a:pt x="2710512" y="1118378"/>
                    <a:pt x="2732183" y="1112960"/>
                  </a:cubicBezTo>
                  <a:cubicBezTo>
                    <a:pt x="2754715" y="1107327"/>
                    <a:pt x="2798285" y="1090927"/>
                    <a:pt x="2798285" y="1090927"/>
                  </a:cubicBezTo>
                  <a:cubicBezTo>
                    <a:pt x="2809302" y="1083582"/>
                    <a:pt x="2819492" y="1074814"/>
                    <a:pt x="2831335" y="1068893"/>
                  </a:cubicBezTo>
                  <a:cubicBezTo>
                    <a:pt x="2857679" y="1055721"/>
                    <a:pt x="2890867" y="1045377"/>
                    <a:pt x="2919470" y="1035842"/>
                  </a:cubicBezTo>
                  <a:cubicBezTo>
                    <a:pt x="2960717" y="994597"/>
                    <a:pt x="3007373" y="944113"/>
                    <a:pt x="3062689" y="925674"/>
                  </a:cubicBezTo>
                  <a:cubicBezTo>
                    <a:pt x="3089662" y="916683"/>
                    <a:pt x="3115982" y="909641"/>
                    <a:pt x="3139807" y="892623"/>
                  </a:cubicBezTo>
                  <a:cubicBezTo>
                    <a:pt x="3152485" y="883567"/>
                    <a:pt x="3160560" y="869137"/>
                    <a:pt x="3172858" y="859572"/>
                  </a:cubicBezTo>
                  <a:cubicBezTo>
                    <a:pt x="3193761" y="843314"/>
                    <a:pt x="3216925" y="830194"/>
                    <a:pt x="3238959" y="815505"/>
                  </a:cubicBezTo>
                  <a:cubicBezTo>
                    <a:pt x="3249976" y="808160"/>
                    <a:pt x="3262647" y="802834"/>
                    <a:pt x="3272010" y="793471"/>
                  </a:cubicBezTo>
                  <a:cubicBezTo>
                    <a:pt x="3302391" y="763090"/>
                    <a:pt x="3302322" y="758838"/>
                    <a:pt x="3338111" y="738387"/>
                  </a:cubicBezTo>
                  <a:cubicBezTo>
                    <a:pt x="3352370" y="730239"/>
                    <a:pt x="3368252" y="725057"/>
                    <a:pt x="3382179" y="716353"/>
                  </a:cubicBezTo>
                  <a:cubicBezTo>
                    <a:pt x="3397749" y="706622"/>
                    <a:pt x="3410195" y="692220"/>
                    <a:pt x="3426246" y="683303"/>
                  </a:cubicBezTo>
                  <a:cubicBezTo>
                    <a:pt x="3443533" y="673699"/>
                    <a:pt x="3463642" y="670113"/>
                    <a:pt x="3481330" y="661269"/>
                  </a:cubicBezTo>
                  <a:cubicBezTo>
                    <a:pt x="3566754" y="618556"/>
                    <a:pt x="3464360" y="655909"/>
                    <a:pt x="3547432" y="628218"/>
                  </a:cubicBezTo>
                  <a:cubicBezTo>
                    <a:pt x="3588143" y="567151"/>
                    <a:pt x="3546172" y="615454"/>
                    <a:pt x="3602516" y="584151"/>
                  </a:cubicBezTo>
                  <a:cubicBezTo>
                    <a:pt x="3625665" y="571290"/>
                    <a:pt x="3646583" y="554772"/>
                    <a:pt x="3668617" y="540083"/>
                  </a:cubicBezTo>
                  <a:cubicBezTo>
                    <a:pt x="3683895" y="529898"/>
                    <a:pt x="3696743" y="516143"/>
                    <a:pt x="3712685" y="507033"/>
                  </a:cubicBezTo>
                  <a:cubicBezTo>
                    <a:pt x="3722768" y="501272"/>
                    <a:pt x="3734718" y="499688"/>
                    <a:pt x="3745735" y="496016"/>
                  </a:cubicBezTo>
                  <a:cubicBezTo>
                    <a:pt x="3810385" y="409816"/>
                    <a:pt x="3742407" y="481155"/>
                    <a:pt x="3822853" y="440932"/>
                  </a:cubicBezTo>
                  <a:cubicBezTo>
                    <a:pt x="3846539" y="429089"/>
                    <a:pt x="3866920" y="411553"/>
                    <a:pt x="3888954" y="396864"/>
                  </a:cubicBezTo>
                  <a:cubicBezTo>
                    <a:pt x="3899971" y="389519"/>
                    <a:pt x="3909444" y="379017"/>
                    <a:pt x="3922005" y="374830"/>
                  </a:cubicBezTo>
                  <a:cubicBezTo>
                    <a:pt x="4005081" y="347138"/>
                    <a:pt x="3902680" y="384493"/>
                    <a:pt x="3988106" y="341780"/>
                  </a:cubicBezTo>
                  <a:cubicBezTo>
                    <a:pt x="4006618" y="332524"/>
                    <a:pt x="4047575" y="325041"/>
                    <a:pt x="4065224" y="319746"/>
                  </a:cubicBezTo>
                  <a:cubicBezTo>
                    <a:pt x="4087470" y="313072"/>
                    <a:pt x="4108794" y="303345"/>
                    <a:pt x="4131326" y="297712"/>
                  </a:cubicBezTo>
                  <a:cubicBezTo>
                    <a:pt x="4146015" y="294040"/>
                    <a:pt x="4160834" y="290855"/>
                    <a:pt x="4175393" y="286695"/>
                  </a:cubicBezTo>
                  <a:cubicBezTo>
                    <a:pt x="4227508" y="271805"/>
                    <a:pt x="4207192" y="272562"/>
                    <a:pt x="4274545" y="242628"/>
                  </a:cubicBezTo>
                  <a:cubicBezTo>
                    <a:pt x="4285157" y="237912"/>
                    <a:pt x="4297208" y="236804"/>
                    <a:pt x="4307595" y="231611"/>
                  </a:cubicBezTo>
                  <a:cubicBezTo>
                    <a:pt x="4319438" y="225689"/>
                    <a:pt x="4328476" y="214793"/>
                    <a:pt x="4340646" y="209577"/>
                  </a:cubicBezTo>
                  <a:cubicBezTo>
                    <a:pt x="4354563" y="203613"/>
                    <a:pt x="4370210" y="202911"/>
                    <a:pt x="4384713" y="198560"/>
                  </a:cubicBezTo>
                  <a:cubicBezTo>
                    <a:pt x="4406959" y="191886"/>
                    <a:pt x="4427731" y="179092"/>
                    <a:pt x="4450815" y="176527"/>
                  </a:cubicBezTo>
                  <a:cubicBezTo>
                    <a:pt x="4483866" y="172855"/>
                    <a:pt x="4517047" y="170213"/>
                    <a:pt x="4549967" y="165510"/>
                  </a:cubicBezTo>
                  <a:cubicBezTo>
                    <a:pt x="4594193" y="159192"/>
                    <a:pt x="4637516" y="144871"/>
                    <a:pt x="4682169" y="143476"/>
                  </a:cubicBezTo>
                  <a:lnTo>
                    <a:pt x="5034709" y="132459"/>
                  </a:lnTo>
                  <a:lnTo>
                    <a:pt x="5100810" y="121442"/>
                  </a:lnTo>
                  <a:cubicBezTo>
                    <a:pt x="5119233" y="118092"/>
                    <a:pt x="5137192" y="109490"/>
                    <a:pt x="5155894" y="110425"/>
                  </a:cubicBezTo>
                  <a:cubicBezTo>
                    <a:pt x="5362548" y="120758"/>
                    <a:pt x="5261031" y="127538"/>
                    <a:pt x="5409282" y="154493"/>
                  </a:cubicBezTo>
                  <a:cubicBezTo>
                    <a:pt x="5460378" y="163783"/>
                    <a:pt x="5512106" y="169182"/>
                    <a:pt x="5563518" y="176527"/>
                  </a:cubicBezTo>
                  <a:cubicBezTo>
                    <a:pt x="5589224" y="180199"/>
                    <a:pt x="5614669" y="187544"/>
                    <a:pt x="5640636" y="187544"/>
                  </a:cubicBezTo>
                  <a:lnTo>
                    <a:pt x="5971142" y="187544"/>
                  </a:lnTo>
                </a:path>
              </a:pathLst>
            </a:custGeom>
            <a:noFill/>
            <a:ln>
              <a:solidFill>
                <a:srgbClr val="9A63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Cloud 159">
              <a:extLst>
                <a:ext uri="{FF2B5EF4-FFF2-40B4-BE49-F238E27FC236}">
                  <a16:creationId xmlns:a16="http://schemas.microsoft.com/office/drawing/2014/main" id="{321EBF46-080E-CF20-24ED-7C8784B7B3F9}"/>
                </a:ext>
              </a:extLst>
            </p:cNvPr>
            <p:cNvSpPr/>
            <p:nvPr/>
          </p:nvSpPr>
          <p:spPr>
            <a:xfrm rot="21051776">
              <a:off x="6255696" y="3668134"/>
              <a:ext cx="210052" cy="112587"/>
            </a:xfrm>
            <a:prstGeom prst="clou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Cloud 160">
              <a:extLst>
                <a:ext uri="{FF2B5EF4-FFF2-40B4-BE49-F238E27FC236}">
                  <a16:creationId xmlns:a16="http://schemas.microsoft.com/office/drawing/2014/main" id="{4A89322F-E2FF-5487-1738-02C151DC3619}"/>
                </a:ext>
              </a:extLst>
            </p:cNvPr>
            <p:cNvSpPr/>
            <p:nvPr/>
          </p:nvSpPr>
          <p:spPr>
            <a:xfrm rot="1035449">
              <a:off x="5992009" y="3648725"/>
              <a:ext cx="210052" cy="112587"/>
            </a:xfrm>
            <a:prstGeom prst="clou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D704E903-2D3B-C0AA-3B68-FB9038262D06}"/>
                </a:ext>
              </a:extLst>
            </p:cNvPr>
            <p:cNvCxnSpPr>
              <a:cxnSpLocks/>
              <a:stCxn id="159" idx="5"/>
              <a:endCxn id="159" idx="70"/>
            </p:cNvCxnSpPr>
            <p:nvPr/>
          </p:nvCxnSpPr>
          <p:spPr>
            <a:xfrm>
              <a:off x="5785412" y="3284614"/>
              <a:ext cx="1311659" cy="53823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334C551F-4356-0A8A-E60C-0306BC4D3B47}"/>
                </a:ext>
              </a:extLst>
            </p:cNvPr>
            <p:cNvSpPr/>
            <p:nvPr/>
          </p:nvSpPr>
          <p:spPr>
            <a:xfrm>
              <a:off x="5671674" y="4440385"/>
              <a:ext cx="551398" cy="58696"/>
            </a:xfrm>
            <a:custGeom>
              <a:avLst/>
              <a:gdLst>
                <a:gd name="connsiteX0" fmla="*/ 0 w 840259"/>
                <a:gd name="connsiteY0" fmla="*/ 405323 h 405323"/>
                <a:gd name="connsiteX1" fmla="*/ 143338 w 840259"/>
                <a:gd name="connsiteY1" fmla="*/ 21 h 405323"/>
                <a:gd name="connsiteX2" fmla="*/ 276791 w 840259"/>
                <a:gd name="connsiteY2" fmla="*/ 385552 h 405323"/>
                <a:gd name="connsiteX3" fmla="*/ 425072 w 840259"/>
                <a:gd name="connsiteY3" fmla="*/ 19792 h 405323"/>
                <a:gd name="connsiteX4" fmla="*/ 553583 w 840259"/>
                <a:gd name="connsiteY4" fmla="*/ 360838 h 405323"/>
                <a:gd name="connsiteX5" fmla="*/ 696921 w 840259"/>
                <a:gd name="connsiteY5" fmla="*/ 34620 h 405323"/>
                <a:gd name="connsiteX6" fmla="*/ 840259 w 840259"/>
                <a:gd name="connsiteY6" fmla="*/ 370724 h 405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0259" h="405323">
                  <a:moveTo>
                    <a:pt x="0" y="405323"/>
                  </a:moveTo>
                  <a:cubicBezTo>
                    <a:pt x="48603" y="204319"/>
                    <a:pt x="97206" y="3316"/>
                    <a:pt x="143338" y="21"/>
                  </a:cubicBezTo>
                  <a:cubicBezTo>
                    <a:pt x="189470" y="-3274"/>
                    <a:pt x="229835" y="382257"/>
                    <a:pt x="276791" y="385552"/>
                  </a:cubicBezTo>
                  <a:cubicBezTo>
                    <a:pt x="323747" y="388847"/>
                    <a:pt x="378940" y="23911"/>
                    <a:pt x="425072" y="19792"/>
                  </a:cubicBezTo>
                  <a:cubicBezTo>
                    <a:pt x="471204" y="15673"/>
                    <a:pt x="508275" y="358367"/>
                    <a:pt x="553583" y="360838"/>
                  </a:cubicBezTo>
                  <a:cubicBezTo>
                    <a:pt x="598891" y="363309"/>
                    <a:pt x="649142" y="32972"/>
                    <a:pt x="696921" y="34620"/>
                  </a:cubicBezTo>
                  <a:cubicBezTo>
                    <a:pt x="744700" y="36268"/>
                    <a:pt x="792479" y="203496"/>
                    <a:pt x="840259" y="37072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Down Arrow 175">
              <a:extLst>
                <a:ext uri="{FF2B5EF4-FFF2-40B4-BE49-F238E27FC236}">
                  <a16:creationId xmlns:a16="http://schemas.microsoft.com/office/drawing/2014/main" id="{964B54A8-AB77-C5AC-3C05-BB17FC147D3A}"/>
                </a:ext>
              </a:extLst>
            </p:cNvPr>
            <p:cNvSpPr/>
            <p:nvPr/>
          </p:nvSpPr>
          <p:spPr>
            <a:xfrm rot="10800000" flipH="1">
              <a:off x="6604062" y="3260075"/>
              <a:ext cx="45719" cy="99692"/>
            </a:xfrm>
            <a:prstGeom prst="down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Down Arrow 177">
              <a:extLst>
                <a:ext uri="{FF2B5EF4-FFF2-40B4-BE49-F238E27FC236}">
                  <a16:creationId xmlns:a16="http://schemas.microsoft.com/office/drawing/2014/main" id="{F8A336FE-4C76-6667-8517-060E8C881F49}"/>
                </a:ext>
              </a:extLst>
            </p:cNvPr>
            <p:cNvSpPr/>
            <p:nvPr/>
          </p:nvSpPr>
          <p:spPr>
            <a:xfrm flipH="1">
              <a:off x="6681829" y="3280697"/>
              <a:ext cx="45719" cy="99692"/>
            </a:xfrm>
            <a:prstGeom prst="down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A5DDFFA8-7185-4492-B664-487579D10D41}"/>
                </a:ext>
              </a:extLst>
            </p:cNvPr>
            <p:cNvGrpSpPr/>
            <p:nvPr/>
          </p:nvGrpSpPr>
          <p:grpSpPr>
            <a:xfrm>
              <a:off x="6007414" y="3324884"/>
              <a:ext cx="495139" cy="428215"/>
              <a:chOff x="2176678" y="3119900"/>
              <a:chExt cx="1458093" cy="1130847"/>
            </a:xfrm>
          </p:grpSpPr>
          <p:sp>
            <p:nvSpPr>
              <p:cNvPr id="183" name="Curved Right Arrow 182">
                <a:extLst>
                  <a:ext uri="{FF2B5EF4-FFF2-40B4-BE49-F238E27FC236}">
                    <a16:creationId xmlns:a16="http://schemas.microsoft.com/office/drawing/2014/main" id="{CD430774-43F3-5240-1F5B-8D065A266787}"/>
                  </a:ext>
                </a:extLst>
              </p:cNvPr>
              <p:cNvSpPr/>
              <p:nvPr/>
            </p:nvSpPr>
            <p:spPr>
              <a:xfrm>
                <a:off x="2176678" y="3163099"/>
                <a:ext cx="681828" cy="1087648"/>
              </a:xfrm>
              <a:prstGeom prst="curvedRightArrow">
                <a:avLst/>
              </a:prstGeom>
              <a:solidFill>
                <a:srgbClr val="4E8F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alpha val="50236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4" name="Curved Right Arrow 183">
                <a:extLst>
                  <a:ext uri="{FF2B5EF4-FFF2-40B4-BE49-F238E27FC236}">
                    <a16:creationId xmlns:a16="http://schemas.microsoft.com/office/drawing/2014/main" id="{BE882860-547F-8D4C-4763-313A48F4583D}"/>
                  </a:ext>
                </a:extLst>
              </p:cNvPr>
              <p:cNvSpPr/>
              <p:nvPr/>
            </p:nvSpPr>
            <p:spPr>
              <a:xfrm rot="10800000">
                <a:off x="2952943" y="3119900"/>
                <a:ext cx="681828" cy="1087648"/>
              </a:xfrm>
              <a:prstGeom prst="curvedRightArrow">
                <a:avLst/>
              </a:prstGeom>
              <a:solidFill>
                <a:srgbClr val="9411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alpha val="50236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75E5334-7B50-9301-CB11-8956C1775EB7}"/>
                </a:ext>
              </a:extLst>
            </p:cNvPr>
            <p:cNvSpPr txBox="1"/>
            <p:nvPr/>
          </p:nvSpPr>
          <p:spPr>
            <a:xfrm>
              <a:off x="1701117" y="265152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502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62FB-F97B-9103-5815-410D8C4AC2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2386" y="126035"/>
            <a:ext cx="11529761" cy="1101516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354DB8"/>
                </a:solidFill>
              </a:rPr>
              <a:t>Oscillating watershed &amp; local controls as a defining feature of non-perennial streams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4E7A8-D160-323E-FD57-98AE71854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2" y="1752221"/>
            <a:ext cx="5768083" cy="4926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C65B64-A17C-649D-81CF-352543F152F0}"/>
              </a:ext>
            </a:extLst>
          </p:cNvPr>
          <p:cNvSpPr txBox="1"/>
          <p:nvPr/>
        </p:nvSpPr>
        <p:spPr>
          <a:xfrm>
            <a:off x="6561399" y="1855166"/>
            <a:ext cx="53007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“Flowing” state (lotic): </a:t>
            </a:r>
            <a:r>
              <a:rPr lang="en-US" dirty="0"/>
              <a:t>oxygen dynamics are controlled by a combination of watershed hydrologic controls (downstream flow, gas exchange) and local, biological processes (ecosystem metabolism)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“Pooled” state (lentic):</a:t>
            </a:r>
            <a:r>
              <a:rPr lang="en-US" dirty="0"/>
              <a:t> oxygen dynamics become strongly influenced by local controls (ecosystem metabolism)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Rewetting acts as </a:t>
            </a:r>
            <a:r>
              <a:rPr lang="en-US" b="1" dirty="0"/>
              <a:t>state change </a:t>
            </a:r>
            <a:r>
              <a:rPr lang="en-US" dirty="0"/>
              <a:t>in the system, flushing out accumulated low oxygen water, scouring biofilms and aquatic vegetation, and enhancing gas exchange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2FA68A-5BF4-A0EA-BAA1-ECD8F80A69A4}"/>
              </a:ext>
            </a:extLst>
          </p:cNvPr>
          <p:cNvSpPr/>
          <p:nvPr/>
        </p:nvSpPr>
        <p:spPr>
          <a:xfrm>
            <a:off x="551145" y="1465545"/>
            <a:ext cx="5273457" cy="82666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2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280</Words>
  <Application>Microsoft Macintosh PowerPoint</Application>
  <PresentationFormat>Widescreen</PresentationFormat>
  <Paragraphs>64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Helvetica</vt:lpstr>
      <vt:lpstr>Times New Roman</vt:lpstr>
      <vt:lpstr>Office Theme</vt:lpstr>
      <vt:lpstr>PowerPoint Presentation</vt:lpstr>
      <vt:lpstr>PowerPoint Presentation</vt:lpstr>
      <vt:lpstr>Oscillating watershed &amp; local controls as a defining feature of non-perennial streams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Seybold, Erin</dc:creator>
  <cp:lastModifiedBy>Brown, Connor Lee</cp:lastModifiedBy>
  <cp:revision>12</cp:revision>
  <dcterms:created xsi:type="dcterms:W3CDTF">2025-05-14T22:10:34Z</dcterms:created>
  <dcterms:modified xsi:type="dcterms:W3CDTF">2026-08-14T17:33:08Z</dcterms:modified>
</cp:coreProperties>
</file>