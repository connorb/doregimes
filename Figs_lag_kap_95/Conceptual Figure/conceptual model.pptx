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7" r:id="rId2"/>
    <p:sldId id="26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>
        <p:scale>
          <a:sx n="208" d="100"/>
          <a:sy n="208" d="100"/>
        </p:scale>
        <p:origin x="-24" y="-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DAD2D-3B8D-CA44-87F6-841385491A3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8B668-5305-9A40-B657-79B9EA80B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shifting watershed and local controls should be familiar, because this same axis was also central in our conceptual understanding of the control on dissolved </a:t>
            </a:r>
            <a:r>
              <a:rPr lang="en-US" sz="1800" kern="100" dirty="0" err="1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streamwater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chemistry</a:t>
            </a: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endParaRPr lang="en-US" sz="1800" kern="100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oscillation between watershed/hydrologic &amp; local/biological controls is a defining feature of NPS;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</a:t>
            </a:r>
            <a:r>
              <a:rPr lang="en-US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idea is also found in the literature on perennial streams – but often when thinking about high flows vs. baseflow -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NPS – we’re thinking about baseflow vs. very low flows/drying conditions (so flipping the other end of the flow continuum)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928F32-CC09-5C47-9BE5-01D90A13A7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78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8B668-5305-9A40-B657-79B9EA80B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3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82F3-4807-E665-9354-CCDA6189E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39211-D908-7D6B-F862-354279941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6E241-A3C9-8B27-DAB0-D645CE60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6FABD-2F64-50F6-466E-3E46DC69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21355-5486-F7FF-D72B-FEACD102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28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60F83-3790-D24D-1A97-3A72861B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F9E6-E6A3-6E6B-C5FD-1C8CFB87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A4976-1634-0EB0-C8B4-0B1D8DBAF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BD8A7-A25F-DBAB-F215-23DE19A7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D4284-7256-5DEE-2156-46791345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34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6A41-6E62-4133-6B92-14E21716D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BA76D-ACD6-CBF3-9DE9-34B7AA0A1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3CA07-0416-84E3-1699-FCB1781B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B342-C3B7-6DE7-3538-66A374A8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3A80-B8C9-8855-A596-CC0AAA1C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34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115F-1BA2-5E45-D200-4D5C3C08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ADB0-9354-E388-2213-ED982CC60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B1720-A590-FC96-A46D-58400E6A14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1D2B8-1C2B-140B-6571-2AF420CC3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081B9-ED1F-2E4B-BBAE-CAC2F3E7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B393F-159F-A714-BF98-6D57BEDC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0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0D5A-426C-EAE4-0394-395326A1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B142-048D-2623-5FD0-BCB016383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9536E-89A7-E7DE-9077-A36CAA925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D1958-F979-7B9C-48A4-3B0CD61C0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0E100-0A29-53AC-B029-D0EA43D8D2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E1FC2-3E97-01FE-7BE3-D5A19FFC2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03355-DAA9-8CAD-BA42-6E160430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16770-D985-3E2C-0316-CC350075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8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8BD8-2EE2-D6C3-3B17-6A299520D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D21639-52A9-A7EC-F9D6-92152F9CF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D9928-1B39-5B7E-D40B-FDAE26A63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C3515-AA8C-8C7D-5B2D-4DFF55D5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96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87D434-48AC-DB38-AE35-9C2FADF6C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6B19F-0C93-3057-C159-C8D7EFB7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C971-19CF-5A03-C863-3467188B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7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5167-CB8D-8B07-FFB7-A6E0F95C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0ECE-7232-C6C5-8A0E-8E612182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505C1-6051-369D-0F00-E42F46BA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46AC0-79A5-24DE-5B0A-AE987D9C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DE8E8-91AC-2ECD-0B1F-D417D719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F0FA6-FA88-82AC-19C3-36E0AC3F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1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B9609-2175-6C5B-D08C-DC5349B3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70E9C1-EF12-FD14-4E9F-64BC3CF447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187F0-D127-F88B-7AC7-4BEE082F4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1D80F-C6FA-EEFB-150A-3958F8A5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E80AB-AEA2-FAA9-455D-9DFDB83A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3CB2B-4F3A-F4DA-FFD2-9963B21D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6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E19E-B9E2-19CA-E4C2-ED9F6BE95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29859-4842-4266-3BB6-768A2059D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3D0B-2511-1BCE-C820-C1FB79E9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C7D83-6303-060C-4007-86C8B370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DC245-97BA-6F52-78B6-3F0D4289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2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C095C-CCD1-7323-62BF-4F3598D190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9E3FA-8A21-FE65-A6E4-052EF494B7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2070-2545-A481-FD91-4C5EFB86D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B2FA4-5E24-655A-FA60-DE310BBC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CBF48-5523-4EC4-C335-D7A9DA40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5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D2B99-0013-4191-AC94-C9305EFA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EBADB-7F44-70CE-999E-89FA3693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9C2A3-09F6-9407-2892-A3567CF85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A2C66-2889-E643-BF10-6F4E9B1D3607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510AF-44A1-D11A-D04A-F5968F2C3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81CF6-AE9E-8A0D-DB16-E1214C3FA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D887A-CF31-664B-98CA-A2295271B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57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62FB-F97B-9103-5815-410D8C4AC2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2386" y="126035"/>
            <a:ext cx="11529761" cy="1101516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54DB8"/>
                </a:solidFill>
              </a:rPr>
              <a:t>Oscillating watershed &amp; local controls as a defining feature of non-perennial streams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4E7A8-D160-323E-FD57-98AE7185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2" y="1752221"/>
            <a:ext cx="5768083" cy="4926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65B64-A17C-649D-81CF-352543F152F0}"/>
              </a:ext>
            </a:extLst>
          </p:cNvPr>
          <p:cNvSpPr txBox="1"/>
          <p:nvPr/>
        </p:nvSpPr>
        <p:spPr>
          <a:xfrm>
            <a:off x="6561399" y="1855166"/>
            <a:ext cx="53007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“Flowing” state (lotic): </a:t>
            </a:r>
            <a:r>
              <a:rPr lang="en-US" dirty="0"/>
              <a:t>oxygen dynamics are controlled by a combination of watershed hydrologic controls (downstream flow, gas exchange) and local, biological processes (ecosystem metabolism)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“Pooled” state (lentic):</a:t>
            </a:r>
            <a:r>
              <a:rPr lang="en-US" dirty="0"/>
              <a:t> oxygen dynamics become strongly influenced by local controls (ecosystem metabolism)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Rewetting acts as </a:t>
            </a:r>
            <a:r>
              <a:rPr lang="en-US" b="1" dirty="0"/>
              <a:t>state change </a:t>
            </a:r>
            <a:r>
              <a:rPr lang="en-US" dirty="0"/>
              <a:t>in the system, flushing out accumulated low oxygen water, scouring biofilms and aquatic vegetation, and enhancing gas exchange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2FA68A-5BF4-A0EA-BAA1-ECD8F80A69A4}"/>
              </a:ext>
            </a:extLst>
          </p:cNvPr>
          <p:cNvSpPr/>
          <p:nvPr/>
        </p:nvSpPr>
        <p:spPr>
          <a:xfrm>
            <a:off x="551145" y="1465545"/>
            <a:ext cx="5273457" cy="82666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2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98">
            <a:extLst>
              <a:ext uri="{FF2B5EF4-FFF2-40B4-BE49-F238E27FC236}">
                <a16:creationId xmlns:a16="http://schemas.microsoft.com/office/drawing/2014/main" id="{1E4D7326-3B52-34D3-32ED-7FDD851EAEE1}"/>
              </a:ext>
            </a:extLst>
          </p:cNvPr>
          <p:cNvGrpSpPr/>
          <p:nvPr/>
        </p:nvGrpSpPr>
        <p:grpSpPr>
          <a:xfrm>
            <a:off x="539768" y="2608380"/>
            <a:ext cx="7932689" cy="2291411"/>
            <a:chOff x="539768" y="2608380"/>
            <a:chExt cx="7932689" cy="229141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5BCB887-8A7E-6FB4-DB60-B946F96C7CBC}"/>
                </a:ext>
              </a:extLst>
            </p:cNvPr>
            <p:cNvGrpSpPr/>
            <p:nvPr/>
          </p:nvGrpSpPr>
          <p:grpSpPr>
            <a:xfrm>
              <a:off x="767946" y="2905209"/>
              <a:ext cx="2378857" cy="722411"/>
              <a:chOff x="1586429" y="3243500"/>
              <a:chExt cx="5971142" cy="1813317"/>
            </a:xfrm>
          </p:grpSpPr>
          <p:sp>
            <p:nvSpPr>
              <p:cNvPr id="3" name="Freeform 2">
                <a:extLst>
                  <a:ext uri="{FF2B5EF4-FFF2-40B4-BE49-F238E27FC236}">
                    <a16:creationId xmlns:a16="http://schemas.microsoft.com/office/drawing/2014/main" id="{F4AA558A-1289-8340-1A7A-F4BDCEE6FBE5}"/>
                  </a:ext>
                </a:extLst>
              </p:cNvPr>
              <p:cNvSpPr/>
              <p:nvPr/>
            </p:nvSpPr>
            <p:spPr>
              <a:xfrm>
                <a:off x="1586429" y="3822671"/>
                <a:ext cx="5971142" cy="1234146"/>
              </a:xfrm>
              <a:custGeom>
                <a:avLst/>
                <a:gdLst>
                  <a:gd name="connsiteX0" fmla="*/ 0 w 5971142"/>
                  <a:gd name="connsiteY0" fmla="*/ 257 h 1234146"/>
                  <a:gd name="connsiteX1" fmla="*/ 253388 w 5971142"/>
                  <a:gd name="connsiteY1" fmla="*/ 257 h 1234146"/>
                  <a:gd name="connsiteX2" fmla="*/ 539827 w 5971142"/>
                  <a:gd name="connsiteY2" fmla="*/ 11274 h 1234146"/>
                  <a:gd name="connsiteX3" fmla="*/ 694063 w 5971142"/>
                  <a:gd name="connsiteY3" fmla="*/ 11274 h 1234146"/>
                  <a:gd name="connsiteX4" fmla="*/ 738130 w 5971142"/>
                  <a:gd name="connsiteY4" fmla="*/ 33307 h 1234146"/>
                  <a:gd name="connsiteX5" fmla="*/ 782198 w 5971142"/>
                  <a:gd name="connsiteY5" fmla="*/ 44324 h 1234146"/>
                  <a:gd name="connsiteX6" fmla="*/ 870333 w 5971142"/>
                  <a:gd name="connsiteY6" fmla="*/ 121442 h 1234146"/>
                  <a:gd name="connsiteX7" fmla="*/ 881350 w 5971142"/>
                  <a:gd name="connsiteY7" fmla="*/ 154493 h 1234146"/>
                  <a:gd name="connsiteX8" fmla="*/ 903383 w 5971142"/>
                  <a:gd name="connsiteY8" fmla="*/ 187544 h 1234146"/>
                  <a:gd name="connsiteX9" fmla="*/ 914400 w 5971142"/>
                  <a:gd name="connsiteY9" fmla="*/ 220594 h 1234146"/>
                  <a:gd name="connsiteX10" fmla="*/ 936434 w 5971142"/>
                  <a:gd name="connsiteY10" fmla="*/ 253645 h 1234146"/>
                  <a:gd name="connsiteX11" fmla="*/ 958468 w 5971142"/>
                  <a:gd name="connsiteY11" fmla="*/ 319746 h 1234146"/>
                  <a:gd name="connsiteX12" fmla="*/ 980501 w 5971142"/>
                  <a:gd name="connsiteY12" fmla="*/ 352797 h 1234146"/>
                  <a:gd name="connsiteX13" fmla="*/ 991518 w 5971142"/>
                  <a:gd name="connsiteY13" fmla="*/ 385847 h 1234146"/>
                  <a:gd name="connsiteX14" fmla="*/ 1013552 w 5971142"/>
                  <a:gd name="connsiteY14" fmla="*/ 429915 h 1234146"/>
                  <a:gd name="connsiteX15" fmla="*/ 1024569 w 5971142"/>
                  <a:gd name="connsiteY15" fmla="*/ 462965 h 1234146"/>
                  <a:gd name="connsiteX16" fmla="*/ 1068636 w 5971142"/>
                  <a:gd name="connsiteY16" fmla="*/ 540083 h 1234146"/>
                  <a:gd name="connsiteX17" fmla="*/ 1090670 w 5971142"/>
                  <a:gd name="connsiteY17" fmla="*/ 606185 h 1234146"/>
                  <a:gd name="connsiteX18" fmla="*/ 1134738 w 5971142"/>
                  <a:gd name="connsiteY18" fmla="*/ 672286 h 1234146"/>
                  <a:gd name="connsiteX19" fmla="*/ 1167788 w 5971142"/>
                  <a:gd name="connsiteY19" fmla="*/ 738387 h 1234146"/>
                  <a:gd name="connsiteX20" fmla="*/ 1189822 w 5971142"/>
                  <a:gd name="connsiteY20" fmla="*/ 804488 h 1234146"/>
                  <a:gd name="connsiteX21" fmla="*/ 1233889 w 5971142"/>
                  <a:gd name="connsiteY21" fmla="*/ 870589 h 1234146"/>
                  <a:gd name="connsiteX22" fmla="*/ 1277957 w 5971142"/>
                  <a:gd name="connsiteY22" fmla="*/ 947707 h 1234146"/>
                  <a:gd name="connsiteX23" fmla="*/ 1311007 w 5971142"/>
                  <a:gd name="connsiteY23" fmla="*/ 980758 h 1234146"/>
                  <a:gd name="connsiteX24" fmla="*/ 1333041 w 5971142"/>
                  <a:gd name="connsiteY24" fmla="*/ 1013809 h 1234146"/>
                  <a:gd name="connsiteX25" fmla="*/ 1366092 w 5971142"/>
                  <a:gd name="connsiteY25" fmla="*/ 1035842 h 1234146"/>
                  <a:gd name="connsiteX26" fmla="*/ 1443210 w 5971142"/>
                  <a:gd name="connsiteY26" fmla="*/ 1079910 h 1234146"/>
                  <a:gd name="connsiteX27" fmla="*/ 1542362 w 5971142"/>
                  <a:gd name="connsiteY27" fmla="*/ 1123977 h 1234146"/>
                  <a:gd name="connsiteX28" fmla="*/ 1652530 w 5971142"/>
                  <a:gd name="connsiteY28" fmla="*/ 1168045 h 1234146"/>
                  <a:gd name="connsiteX29" fmla="*/ 1839817 w 5971142"/>
                  <a:gd name="connsiteY29" fmla="*/ 1190078 h 1234146"/>
                  <a:gd name="connsiteX30" fmla="*/ 2016087 w 5971142"/>
                  <a:gd name="connsiteY30" fmla="*/ 1212112 h 1234146"/>
                  <a:gd name="connsiteX31" fmla="*/ 2093205 w 5971142"/>
                  <a:gd name="connsiteY31" fmla="*/ 1223129 h 1234146"/>
                  <a:gd name="connsiteX32" fmla="*/ 2192357 w 5971142"/>
                  <a:gd name="connsiteY32" fmla="*/ 1234146 h 1234146"/>
                  <a:gd name="connsiteX33" fmla="*/ 2346593 w 5971142"/>
                  <a:gd name="connsiteY33" fmla="*/ 1212112 h 1234146"/>
                  <a:gd name="connsiteX34" fmla="*/ 2412694 w 5971142"/>
                  <a:gd name="connsiteY34" fmla="*/ 1190078 h 1234146"/>
                  <a:gd name="connsiteX35" fmla="*/ 2456762 w 5971142"/>
                  <a:gd name="connsiteY35" fmla="*/ 1179062 h 1234146"/>
                  <a:gd name="connsiteX36" fmla="*/ 2511846 w 5971142"/>
                  <a:gd name="connsiteY36" fmla="*/ 1168045 h 1234146"/>
                  <a:gd name="connsiteX37" fmla="*/ 2577947 w 5971142"/>
                  <a:gd name="connsiteY37" fmla="*/ 1146011 h 1234146"/>
                  <a:gd name="connsiteX38" fmla="*/ 2633032 w 5971142"/>
                  <a:gd name="connsiteY38" fmla="*/ 1134994 h 1234146"/>
                  <a:gd name="connsiteX39" fmla="*/ 2666082 w 5971142"/>
                  <a:gd name="connsiteY39" fmla="*/ 1123977 h 1234146"/>
                  <a:gd name="connsiteX40" fmla="*/ 2732183 w 5971142"/>
                  <a:gd name="connsiteY40" fmla="*/ 1112960 h 1234146"/>
                  <a:gd name="connsiteX41" fmla="*/ 2798285 w 5971142"/>
                  <a:gd name="connsiteY41" fmla="*/ 1090927 h 1234146"/>
                  <a:gd name="connsiteX42" fmla="*/ 2831335 w 5971142"/>
                  <a:gd name="connsiteY42" fmla="*/ 1068893 h 1234146"/>
                  <a:gd name="connsiteX43" fmla="*/ 2919470 w 5971142"/>
                  <a:gd name="connsiteY43" fmla="*/ 1035842 h 1234146"/>
                  <a:gd name="connsiteX44" fmla="*/ 3062689 w 5971142"/>
                  <a:gd name="connsiteY44" fmla="*/ 925674 h 1234146"/>
                  <a:gd name="connsiteX45" fmla="*/ 3139807 w 5971142"/>
                  <a:gd name="connsiteY45" fmla="*/ 892623 h 1234146"/>
                  <a:gd name="connsiteX46" fmla="*/ 3172858 w 5971142"/>
                  <a:gd name="connsiteY46" fmla="*/ 859572 h 1234146"/>
                  <a:gd name="connsiteX47" fmla="*/ 3238959 w 5971142"/>
                  <a:gd name="connsiteY47" fmla="*/ 815505 h 1234146"/>
                  <a:gd name="connsiteX48" fmla="*/ 3272010 w 5971142"/>
                  <a:gd name="connsiteY48" fmla="*/ 793471 h 1234146"/>
                  <a:gd name="connsiteX49" fmla="*/ 3338111 w 5971142"/>
                  <a:gd name="connsiteY49" fmla="*/ 738387 h 1234146"/>
                  <a:gd name="connsiteX50" fmla="*/ 3382179 w 5971142"/>
                  <a:gd name="connsiteY50" fmla="*/ 716353 h 1234146"/>
                  <a:gd name="connsiteX51" fmla="*/ 3426246 w 5971142"/>
                  <a:gd name="connsiteY51" fmla="*/ 683303 h 1234146"/>
                  <a:gd name="connsiteX52" fmla="*/ 3481330 w 5971142"/>
                  <a:gd name="connsiteY52" fmla="*/ 661269 h 1234146"/>
                  <a:gd name="connsiteX53" fmla="*/ 3547432 w 5971142"/>
                  <a:gd name="connsiteY53" fmla="*/ 628218 h 1234146"/>
                  <a:gd name="connsiteX54" fmla="*/ 3602516 w 5971142"/>
                  <a:gd name="connsiteY54" fmla="*/ 584151 h 1234146"/>
                  <a:gd name="connsiteX55" fmla="*/ 3668617 w 5971142"/>
                  <a:gd name="connsiteY55" fmla="*/ 540083 h 1234146"/>
                  <a:gd name="connsiteX56" fmla="*/ 3712685 w 5971142"/>
                  <a:gd name="connsiteY56" fmla="*/ 507033 h 1234146"/>
                  <a:gd name="connsiteX57" fmla="*/ 3745735 w 5971142"/>
                  <a:gd name="connsiteY57" fmla="*/ 496016 h 1234146"/>
                  <a:gd name="connsiteX58" fmla="*/ 3822853 w 5971142"/>
                  <a:gd name="connsiteY58" fmla="*/ 440932 h 1234146"/>
                  <a:gd name="connsiteX59" fmla="*/ 3888954 w 5971142"/>
                  <a:gd name="connsiteY59" fmla="*/ 396864 h 1234146"/>
                  <a:gd name="connsiteX60" fmla="*/ 3922005 w 5971142"/>
                  <a:gd name="connsiteY60" fmla="*/ 374830 h 1234146"/>
                  <a:gd name="connsiteX61" fmla="*/ 3988106 w 5971142"/>
                  <a:gd name="connsiteY61" fmla="*/ 341780 h 1234146"/>
                  <a:gd name="connsiteX62" fmla="*/ 4065224 w 5971142"/>
                  <a:gd name="connsiteY62" fmla="*/ 319746 h 1234146"/>
                  <a:gd name="connsiteX63" fmla="*/ 4131326 w 5971142"/>
                  <a:gd name="connsiteY63" fmla="*/ 297712 h 1234146"/>
                  <a:gd name="connsiteX64" fmla="*/ 4175393 w 5971142"/>
                  <a:gd name="connsiteY64" fmla="*/ 286695 h 1234146"/>
                  <a:gd name="connsiteX65" fmla="*/ 4274545 w 5971142"/>
                  <a:gd name="connsiteY65" fmla="*/ 242628 h 1234146"/>
                  <a:gd name="connsiteX66" fmla="*/ 4307595 w 5971142"/>
                  <a:gd name="connsiteY66" fmla="*/ 231611 h 1234146"/>
                  <a:gd name="connsiteX67" fmla="*/ 4340646 w 5971142"/>
                  <a:gd name="connsiteY67" fmla="*/ 209577 h 1234146"/>
                  <a:gd name="connsiteX68" fmla="*/ 4384713 w 5971142"/>
                  <a:gd name="connsiteY68" fmla="*/ 198560 h 1234146"/>
                  <a:gd name="connsiteX69" fmla="*/ 4450815 w 5971142"/>
                  <a:gd name="connsiteY69" fmla="*/ 176527 h 1234146"/>
                  <a:gd name="connsiteX70" fmla="*/ 4549967 w 5971142"/>
                  <a:gd name="connsiteY70" fmla="*/ 165510 h 1234146"/>
                  <a:gd name="connsiteX71" fmla="*/ 4682169 w 5971142"/>
                  <a:gd name="connsiteY71" fmla="*/ 143476 h 1234146"/>
                  <a:gd name="connsiteX72" fmla="*/ 5034709 w 5971142"/>
                  <a:gd name="connsiteY72" fmla="*/ 132459 h 1234146"/>
                  <a:gd name="connsiteX73" fmla="*/ 5100810 w 5971142"/>
                  <a:gd name="connsiteY73" fmla="*/ 121442 h 1234146"/>
                  <a:gd name="connsiteX74" fmla="*/ 5155894 w 5971142"/>
                  <a:gd name="connsiteY74" fmla="*/ 110425 h 1234146"/>
                  <a:gd name="connsiteX75" fmla="*/ 5409282 w 5971142"/>
                  <a:gd name="connsiteY75" fmla="*/ 154493 h 1234146"/>
                  <a:gd name="connsiteX76" fmla="*/ 5563518 w 5971142"/>
                  <a:gd name="connsiteY76" fmla="*/ 176527 h 1234146"/>
                  <a:gd name="connsiteX77" fmla="*/ 5640636 w 5971142"/>
                  <a:gd name="connsiteY77" fmla="*/ 187544 h 1234146"/>
                  <a:gd name="connsiteX78" fmla="*/ 5971142 w 5971142"/>
                  <a:gd name="connsiteY78" fmla="*/ 187544 h 123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5971142" h="1234146">
                    <a:moveTo>
                      <a:pt x="0" y="257"/>
                    </a:moveTo>
                    <a:cubicBezTo>
                      <a:pt x="174414" y="25174"/>
                      <a:pt x="-37255" y="257"/>
                      <a:pt x="253388" y="257"/>
                    </a:cubicBezTo>
                    <a:cubicBezTo>
                      <a:pt x="348938" y="257"/>
                      <a:pt x="444347" y="7602"/>
                      <a:pt x="539827" y="11274"/>
                    </a:cubicBezTo>
                    <a:cubicBezTo>
                      <a:pt x="610520" y="1175"/>
                      <a:pt x="623370" y="-8006"/>
                      <a:pt x="694063" y="11274"/>
                    </a:cubicBezTo>
                    <a:cubicBezTo>
                      <a:pt x="709907" y="15595"/>
                      <a:pt x="722753" y="27541"/>
                      <a:pt x="738130" y="33307"/>
                    </a:cubicBezTo>
                    <a:cubicBezTo>
                      <a:pt x="752307" y="38623"/>
                      <a:pt x="767509" y="40652"/>
                      <a:pt x="782198" y="44324"/>
                    </a:cubicBezTo>
                    <a:cubicBezTo>
                      <a:pt x="795890" y="55278"/>
                      <a:pt x="856142" y="100155"/>
                      <a:pt x="870333" y="121442"/>
                    </a:cubicBezTo>
                    <a:cubicBezTo>
                      <a:pt x="876775" y="131105"/>
                      <a:pt x="876157" y="144106"/>
                      <a:pt x="881350" y="154493"/>
                    </a:cubicBezTo>
                    <a:cubicBezTo>
                      <a:pt x="887271" y="166336"/>
                      <a:pt x="897462" y="175701"/>
                      <a:pt x="903383" y="187544"/>
                    </a:cubicBezTo>
                    <a:cubicBezTo>
                      <a:pt x="908576" y="197931"/>
                      <a:pt x="909207" y="210207"/>
                      <a:pt x="914400" y="220594"/>
                    </a:cubicBezTo>
                    <a:cubicBezTo>
                      <a:pt x="920322" y="232437"/>
                      <a:pt x="931056" y="241545"/>
                      <a:pt x="936434" y="253645"/>
                    </a:cubicBezTo>
                    <a:cubicBezTo>
                      <a:pt x="945867" y="274869"/>
                      <a:pt x="945585" y="300421"/>
                      <a:pt x="958468" y="319746"/>
                    </a:cubicBezTo>
                    <a:cubicBezTo>
                      <a:pt x="965812" y="330763"/>
                      <a:pt x="974580" y="340954"/>
                      <a:pt x="980501" y="352797"/>
                    </a:cubicBezTo>
                    <a:cubicBezTo>
                      <a:pt x="985694" y="363184"/>
                      <a:pt x="986944" y="375173"/>
                      <a:pt x="991518" y="385847"/>
                    </a:cubicBezTo>
                    <a:cubicBezTo>
                      <a:pt x="997987" y="400942"/>
                      <a:pt x="1007083" y="414820"/>
                      <a:pt x="1013552" y="429915"/>
                    </a:cubicBezTo>
                    <a:cubicBezTo>
                      <a:pt x="1018126" y="440589"/>
                      <a:pt x="1019376" y="452578"/>
                      <a:pt x="1024569" y="462965"/>
                    </a:cubicBezTo>
                    <a:cubicBezTo>
                      <a:pt x="1064316" y="542457"/>
                      <a:pt x="1030011" y="443520"/>
                      <a:pt x="1068636" y="540083"/>
                    </a:cubicBezTo>
                    <a:cubicBezTo>
                      <a:pt x="1077262" y="561648"/>
                      <a:pt x="1077786" y="586860"/>
                      <a:pt x="1090670" y="606185"/>
                    </a:cubicBezTo>
                    <a:lnTo>
                      <a:pt x="1134738" y="672286"/>
                    </a:lnTo>
                    <a:cubicBezTo>
                      <a:pt x="1174907" y="792800"/>
                      <a:pt x="1110846" y="610268"/>
                      <a:pt x="1167788" y="738387"/>
                    </a:cubicBezTo>
                    <a:cubicBezTo>
                      <a:pt x="1177221" y="759611"/>
                      <a:pt x="1176939" y="785163"/>
                      <a:pt x="1189822" y="804488"/>
                    </a:cubicBezTo>
                    <a:cubicBezTo>
                      <a:pt x="1204511" y="826522"/>
                      <a:pt x="1222046" y="846904"/>
                      <a:pt x="1233889" y="870589"/>
                    </a:cubicBezTo>
                    <a:cubicBezTo>
                      <a:pt x="1247360" y="897532"/>
                      <a:pt x="1258490" y="924347"/>
                      <a:pt x="1277957" y="947707"/>
                    </a:cubicBezTo>
                    <a:cubicBezTo>
                      <a:pt x="1287931" y="959676"/>
                      <a:pt x="1301033" y="968789"/>
                      <a:pt x="1311007" y="980758"/>
                    </a:cubicBezTo>
                    <a:cubicBezTo>
                      <a:pt x="1319483" y="990930"/>
                      <a:pt x="1323678" y="1004446"/>
                      <a:pt x="1333041" y="1013809"/>
                    </a:cubicBezTo>
                    <a:cubicBezTo>
                      <a:pt x="1342404" y="1023171"/>
                      <a:pt x="1355318" y="1028146"/>
                      <a:pt x="1366092" y="1035842"/>
                    </a:cubicBezTo>
                    <a:cubicBezTo>
                      <a:pt x="1424454" y="1077529"/>
                      <a:pt x="1389574" y="1062031"/>
                      <a:pt x="1443210" y="1079910"/>
                    </a:cubicBezTo>
                    <a:cubicBezTo>
                      <a:pt x="1540434" y="1144728"/>
                      <a:pt x="1385027" y="1045308"/>
                      <a:pt x="1542362" y="1123977"/>
                    </a:cubicBezTo>
                    <a:cubicBezTo>
                      <a:pt x="1576399" y="1140996"/>
                      <a:pt x="1614412" y="1162599"/>
                      <a:pt x="1652530" y="1168045"/>
                    </a:cubicBezTo>
                    <a:cubicBezTo>
                      <a:pt x="1819784" y="1191939"/>
                      <a:pt x="1627628" y="1165595"/>
                      <a:pt x="1839817" y="1190078"/>
                    </a:cubicBezTo>
                    <a:lnTo>
                      <a:pt x="2016087" y="1212112"/>
                    </a:lnTo>
                    <a:lnTo>
                      <a:pt x="2093205" y="1223129"/>
                    </a:lnTo>
                    <a:cubicBezTo>
                      <a:pt x="2126202" y="1227254"/>
                      <a:pt x="2159306" y="1230474"/>
                      <a:pt x="2192357" y="1234146"/>
                    </a:cubicBezTo>
                    <a:cubicBezTo>
                      <a:pt x="2218444" y="1230885"/>
                      <a:pt x="2314824" y="1220054"/>
                      <a:pt x="2346593" y="1212112"/>
                    </a:cubicBezTo>
                    <a:cubicBezTo>
                      <a:pt x="2369125" y="1206479"/>
                      <a:pt x="2390162" y="1195711"/>
                      <a:pt x="2412694" y="1190078"/>
                    </a:cubicBezTo>
                    <a:cubicBezTo>
                      <a:pt x="2427383" y="1186406"/>
                      <a:pt x="2441981" y="1182347"/>
                      <a:pt x="2456762" y="1179062"/>
                    </a:cubicBezTo>
                    <a:cubicBezTo>
                      <a:pt x="2475041" y="1175000"/>
                      <a:pt x="2493781" y="1172972"/>
                      <a:pt x="2511846" y="1168045"/>
                    </a:cubicBezTo>
                    <a:cubicBezTo>
                      <a:pt x="2534253" y="1161934"/>
                      <a:pt x="2555172" y="1150566"/>
                      <a:pt x="2577947" y="1146011"/>
                    </a:cubicBezTo>
                    <a:cubicBezTo>
                      <a:pt x="2596309" y="1142339"/>
                      <a:pt x="2614866" y="1139536"/>
                      <a:pt x="2633032" y="1134994"/>
                    </a:cubicBezTo>
                    <a:cubicBezTo>
                      <a:pt x="2644298" y="1132177"/>
                      <a:pt x="2654746" y="1126496"/>
                      <a:pt x="2666082" y="1123977"/>
                    </a:cubicBezTo>
                    <a:cubicBezTo>
                      <a:pt x="2687888" y="1119131"/>
                      <a:pt x="2710512" y="1118378"/>
                      <a:pt x="2732183" y="1112960"/>
                    </a:cubicBezTo>
                    <a:cubicBezTo>
                      <a:pt x="2754715" y="1107327"/>
                      <a:pt x="2798285" y="1090927"/>
                      <a:pt x="2798285" y="1090927"/>
                    </a:cubicBezTo>
                    <a:cubicBezTo>
                      <a:pt x="2809302" y="1083582"/>
                      <a:pt x="2819492" y="1074814"/>
                      <a:pt x="2831335" y="1068893"/>
                    </a:cubicBezTo>
                    <a:cubicBezTo>
                      <a:pt x="2857679" y="1055721"/>
                      <a:pt x="2890867" y="1045377"/>
                      <a:pt x="2919470" y="1035842"/>
                    </a:cubicBezTo>
                    <a:cubicBezTo>
                      <a:pt x="2960717" y="994597"/>
                      <a:pt x="3007373" y="944113"/>
                      <a:pt x="3062689" y="925674"/>
                    </a:cubicBezTo>
                    <a:cubicBezTo>
                      <a:pt x="3089662" y="916683"/>
                      <a:pt x="3115982" y="909641"/>
                      <a:pt x="3139807" y="892623"/>
                    </a:cubicBezTo>
                    <a:cubicBezTo>
                      <a:pt x="3152485" y="883567"/>
                      <a:pt x="3160560" y="869137"/>
                      <a:pt x="3172858" y="859572"/>
                    </a:cubicBezTo>
                    <a:cubicBezTo>
                      <a:pt x="3193761" y="843314"/>
                      <a:pt x="3216925" y="830194"/>
                      <a:pt x="3238959" y="815505"/>
                    </a:cubicBezTo>
                    <a:cubicBezTo>
                      <a:pt x="3249976" y="808160"/>
                      <a:pt x="3262647" y="802834"/>
                      <a:pt x="3272010" y="793471"/>
                    </a:cubicBezTo>
                    <a:cubicBezTo>
                      <a:pt x="3302391" y="763090"/>
                      <a:pt x="3302322" y="758838"/>
                      <a:pt x="3338111" y="738387"/>
                    </a:cubicBezTo>
                    <a:cubicBezTo>
                      <a:pt x="3352370" y="730239"/>
                      <a:pt x="3368252" y="725057"/>
                      <a:pt x="3382179" y="716353"/>
                    </a:cubicBezTo>
                    <a:cubicBezTo>
                      <a:pt x="3397749" y="706622"/>
                      <a:pt x="3410195" y="692220"/>
                      <a:pt x="3426246" y="683303"/>
                    </a:cubicBezTo>
                    <a:cubicBezTo>
                      <a:pt x="3443533" y="673699"/>
                      <a:pt x="3463642" y="670113"/>
                      <a:pt x="3481330" y="661269"/>
                    </a:cubicBezTo>
                    <a:cubicBezTo>
                      <a:pt x="3566754" y="618556"/>
                      <a:pt x="3464360" y="655909"/>
                      <a:pt x="3547432" y="628218"/>
                    </a:cubicBezTo>
                    <a:cubicBezTo>
                      <a:pt x="3588143" y="567151"/>
                      <a:pt x="3546172" y="615454"/>
                      <a:pt x="3602516" y="584151"/>
                    </a:cubicBezTo>
                    <a:cubicBezTo>
                      <a:pt x="3625665" y="571290"/>
                      <a:pt x="3646583" y="554772"/>
                      <a:pt x="3668617" y="540083"/>
                    </a:cubicBezTo>
                    <a:cubicBezTo>
                      <a:pt x="3683895" y="529898"/>
                      <a:pt x="3696743" y="516143"/>
                      <a:pt x="3712685" y="507033"/>
                    </a:cubicBezTo>
                    <a:cubicBezTo>
                      <a:pt x="3722768" y="501272"/>
                      <a:pt x="3734718" y="499688"/>
                      <a:pt x="3745735" y="496016"/>
                    </a:cubicBezTo>
                    <a:cubicBezTo>
                      <a:pt x="3810385" y="409816"/>
                      <a:pt x="3742407" y="481155"/>
                      <a:pt x="3822853" y="440932"/>
                    </a:cubicBezTo>
                    <a:cubicBezTo>
                      <a:pt x="3846539" y="429089"/>
                      <a:pt x="3866920" y="411553"/>
                      <a:pt x="3888954" y="396864"/>
                    </a:cubicBezTo>
                    <a:cubicBezTo>
                      <a:pt x="3899971" y="389519"/>
                      <a:pt x="3909444" y="379017"/>
                      <a:pt x="3922005" y="374830"/>
                    </a:cubicBezTo>
                    <a:cubicBezTo>
                      <a:pt x="4005081" y="347138"/>
                      <a:pt x="3902680" y="384493"/>
                      <a:pt x="3988106" y="341780"/>
                    </a:cubicBezTo>
                    <a:cubicBezTo>
                      <a:pt x="4006618" y="332524"/>
                      <a:pt x="4047575" y="325041"/>
                      <a:pt x="4065224" y="319746"/>
                    </a:cubicBezTo>
                    <a:cubicBezTo>
                      <a:pt x="4087470" y="313072"/>
                      <a:pt x="4108794" y="303345"/>
                      <a:pt x="4131326" y="297712"/>
                    </a:cubicBezTo>
                    <a:cubicBezTo>
                      <a:pt x="4146015" y="294040"/>
                      <a:pt x="4160834" y="290855"/>
                      <a:pt x="4175393" y="286695"/>
                    </a:cubicBezTo>
                    <a:cubicBezTo>
                      <a:pt x="4227508" y="271805"/>
                      <a:pt x="4207192" y="272562"/>
                      <a:pt x="4274545" y="242628"/>
                    </a:cubicBezTo>
                    <a:cubicBezTo>
                      <a:pt x="4285157" y="237912"/>
                      <a:pt x="4297208" y="236804"/>
                      <a:pt x="4307595" y="231611"/>
                    </a:cubicBezTo>
                    <a:cubicBezTo>
                      <a:pt x="4319438" y="225689"/>
                      <a:pt x="4328476" y="214793"/>
                      <a:pt x="4340646" y="209577"/>
                    </a:cubicBezTo>
                    <a:cubicBezTo>
                      <a:pt x="4354563" y="203613"/>
                      <a:pt x="4370210" y="202911"/>
                      <a:pt x="4384713" y="198560"/>
                    </a:cubicBezTo>
                    <a:cubicBezTo>
                      <a:pt x="4406959" y="191886"/>
                      <a:pt x="4427731" y="179092"/>
                      <a:pt x="4450815" y="176527"/>
                    </a:cubicBezTo>
                    <a:cubicBezTo>
                      <a:pt x="4483866" y="172855"/>
                      <a:pt x="4517047" y="170213"/>
                      <a:pt x="4549967" y="165510"/>
                    </a:cubicBezTo>
                    <a:cubicBezTo>
                      <a:pt x="4594193" y="159192"/>
                      <a:pt x="4637516" y="144871"/>
                      <a:pt x="4682169" y="143476"/>
                    </a:cubicBezTo>
                    <a:lnTo>
                      <a:pt x="5034709" y="132459"/>
                    </a:lnTo>
                    <a:lnTo>
                      <a:pt x="5100810" y="121442"/>
                    </a:lnTo>
                    <a:cubicBezTo>
                      <a:pt x="5119233" y="118092"/>
                      <a:pt x="5137192" y="109490"/>
                      <a:pt x="5155894" y="110425"/>
                    </a:cubicBezTo>
                    <a:cubicBezTo>
                      <a:pt x="5362548" y="120758"/>
                      <a:pt x="5261031" y="127538"/>
                      <a:pt x="5409282" y="154493"/>
                    </a:cubicBezTo>
                    <a:cubicBezTo>
                      <a:pt x="5460378" y="163783"/>
                      <a:pt x="5512106" y="169182"/>
                      <a:pt x="5563518" y="176527"/>
                    </a:cubicBezTo>
                    <a:cubicBezTo>
                      <a:pt x="5589224" y="180199"/>
                      <a:pt x="5614669" y="187544"/>
                      <a:pt x="5640636" y="187544"/>
                    </a:cubicBezTo>
                    <a:lnTo>
                      <a:pt x="5971142" y="187544"/>
                    </a:lnTo>
                  </a:path>
                </a:pathLst>
              </a:custGeom>
              <a:noFill/>
              <a:ln>
                <a:solidFill>
                  <a:srgbClr val="9A632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0096478-2DB2-4525-D045-A56A6519569E}"/>
                  </a:ext>
                </a:extLst>
              </p:cNvPr>
              <p:cNvCxnSpPr/>
              <p:nvPr/>
            </p:nvCxnSpPr>
            <p:spPr>
              <a:xfrm>
                <a:off x="1586429" y="3414632"/>
                <a:ext cx="5827923" cy="110169"/>
              </a:xfrm>
              <a:prstGeom prst="straightConnector1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Cloud 4">
                <a:extLst>
                  <a:ext uri="{FF2B5EF4-FFF2-40B4-BE49-F238E27FC236}">
                    <a16:creationId xmlns:a16="http://schemas.microsoft.com/office/drawing/2014/main" id="{6B6D6261-3F54-55CB-3361-234A3CED0CB2}"/>
                  </a:ext>
                </a:extLst>
              </p:cNvPr>
              <p:cNvSpPr/>
              <p:nvPr/>
            </p:nvSpPr>
            <p:spPr>
              <a:xfrm>
                <a:off x="3842018" y="4802833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6" name="Cloud 5">
                <a:extLst>
                  <a:ext uri="{FF2B5EF4-FFF2-40B4-BE49-F238E27FC236}">
                    <a16:creationId xmlns:a16="http://schemas.microsoft.com/office/drawing/2014/main" id="{F3A78D42-FC44-D369-5A17-8ECD183A5EE4}"/>
                  </a:ext>
                </a:extLst>
              </p:cNvPr>
              <p:cNvSpPr/>
              <p:nvPr/>
            </p:nvSpPr>
            <p:spPr>
              <a:xfrm rot="1035449">
                <a:off x="2892128" y="4675841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7D4AF9D-48BD-6ECB-8B73-A71E32978B26}"/>
                  </a:ext>
                </a:extLst>
              </p:cNvPr>
              <p:cNvGrpSpPr/>
              <p:nvPr/>
            </p:nvGrpSpPr>
            <p:grpSpPr>
              <a:xfrm>
                <a:off x="4733363" y="3243500"/>
                <a:ext cx="636794" cy="533441"/>
                <a:chOff x="4733363" y="3243500"/>
                <a:chExt cx="636794" cy="533441"/>
              </a:xfrm>
            </p:grpSpPr>
            <p:sp>
              <p:nvSpPr>
                <p:cNvPr id="13" name="Down Arrow 12">
                  <a:extLst>
                    <a:ext uri="{FF2B5EF4-FFF2-40B4-BE49-F238E27FC236}">
                      <a16:creationId xmlns:a16="http://schemas.microsoft.com/office/drawing/2014/main" id="{73FD684F-9FC6-73EC-8036-F7D06B0D105F}"/>
                    </a:ext>
                  </a:extLst>
                </p:cNvPr>
                <p:cNvSpPr/>
                <p:nvPr/>
              </p:nvSpPr>
              <p:spPr>
                <a:xfrm rot="10800000">
                  <a:off x="4733363" y="3243500"/>
                  <a:ext cx="329663" cy="435187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  <p:sp>
              <p:nvSpPr>
                <p:cNvPr id="14" name="Down Arrow 13">
                  <a:extLst>
                    <a:ext uri="{FF2B5EF4-FFF2-40B4-BE49-F238E27FC236}">
                      <a16:creationId xmlns:a16="http://schemas.microsoft.com/office/drawing/2014/main" id="{9990645B-BDAC-905E-DA9E-13F230B62960}"/>
                    </a:ext>
                  </a:extLst>
                </p:cNvPr>
                <p:cNvSpPr/>
                <p:nvPr/>
              </p:nvSpPr>
              <p:spPr>
                <a:xfrm>
                  <a:off x="5040494" y="3341754"/>
                  <a:ext cx="329663" cy="435187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8FC06E3-6D03-7B83-45D1-262138155DD5}"/>
                  </a:ext>
                </a:extLst>
              </p:cNvPr>
              <p:cNvGrpSpPr/>
              <p:nvPr/>
            </p:nvGrpSpPr>
            <p:grpSpPr>
              <a:xfrm>
                <a:off x="3189911" y="3899392"/>
                <a:ext cx="1282446" cy="873484"/>
                <a:chOff x="3189911" y="3899392"/>
                <a:chExt cx="1282446" cy="873484"/>
              </a:xfrm>
            </p:grpSpPr>
            <p:sp>
              <p:nvSpPr>
                <p:cNvPr id="11" name="Curved Right Arrow 10">
                  <a:extLst>
                    <a:ext uri="{FF2B5EF4-FFF2-40B4-BE49-F238E27FC236}">
                      <a16:creationId xmlns:a16="http://schemas.microsoft.com/office/drawing/2014/main" id="{F3083B2F-C42D-31BB-0748-63311CCC933F}"/>
                    </a:ext>
                  </a:extLst>
                </p:cNvPr>
                <p:cNvSpPr/>
                <p:nvPr/>
              </p:nvSpPr>
              <p:spPr>
                <a:xfrm>
                  <a:off x="3189911" y="3946158"/>
                  <a:ext cx="412317" cy="826718"/>
                </a:xfrm>
                <a:prstGeom prst="curvedRightArrow">
                  <a:avLst/>
                </a:prstGeom>
                <a:solidFill>
                  <a:srgbClr val="4E8F00"/>
                </a:solidFill>
                <a:ln>
                  <a:solidFill>
                    <a:srgbClr val="4E8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12" name="Curved Right Arrow 11">
                  <a:extLst>
                    <a:ext uri="{FF2B5EF4-FFF2-40B4-BE49-F238E27FC236}">
                      <a16:creationId xmlns:a16="http://schemas.microsoft.com/office/drawing/2014/main" id="{84E89CAB-7F89-2EBD-B3E4-87482D5292EF}"/>
                    </a:ext>
                  </a:extLst>
                </p:cNvPr>
                <p:cNvSpPr/>
                <p:nvPr/>
              </p:nvSpPr>
              <p:spPr>
                <a:xfrm rot="10800000">
                  <a:off x="4060042" y="3899392"/>
                  <a:ext cx="412315" cy="826718"/>
                </a:xfrm>
                <a:prstGeom prst="curvedRightArrow">
                  <a:avLst/>
                </a:prstGeom>
                <a:solidFill>
                  <a:srgbClr val="941100"/>
                </a:solidFill>
                <a:ln>
                  <a:solidFill>
                    <a:srgbClr val="9411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p:grpSp>
          <p:sp>
            <p:nvSpPr>
              <p:cNvPr id="9" name="Down Arrow 8">
                <a:extLst>
                  <a:ext uri="{FF2B5EF4-FFF2-40B4-BE49-F238E27FC236}">
                    <a16:creationId xmlns:a16="http://schemas.microsoft.com/office/drawing/2014/main" id="{61D77D08-28ED-B3B2-0D49-44FDC8466764}"/>
                  </a:ext>
                </a:extLst>
              </p:cNvPr>
              <p:cNvSpPr/>
              <p:nvPr/>
            </p:nvSpPr>
            <p:spPr>
              <a:xfrm rot="16200000">
                <a:off x="6581659" y="3516965"/>
                <a:ext cx="329664" cy="43518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10" name="Down Arrow 9">
                <a:extLst>
                  <a:ext uri="{FF2B5EF4-FFF2-40B4-BE49-F238E27FC236}">
                    <a16:creationId xmlns:a16="http://schemas.microsoft.com/office/drawing/2014/main" id="{CAB5FD8E-9820-3C8C-368D-05253F982190}"/>
                  </a:ext>
                </a:extLst>
              </p:cNvPr>
              <p:cNvSpPr/>
              <p:nvPr/>
            </p:nvSpPr>
            <p:spPr>
              <a:xfrm rot="14434548">
                <a:off x="2475895" y="4442945"/>
                <a:ext cx="329664" cy="43518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A2685A-2F88-0191-02D3-4CB358AA3495}"/>
                </a:ext>
              </a:extLst>
            </p:cNvPr>
            <p:cNvGrpSpPr/>
            <p:nvPr/>
          </p:nvGrpSpPr>
          <p:grpSpPr>
            <a:xfrm>
              <a:off x="3458392" y="2991896"/>
              <a:ext cx="2378857" cy="624207"/>
              <a:chOff x="1586429" y="3490000"/>
              <a:chExt cx="5971142" cy="1566817"/>
            </a:xfrm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5065D53-2600-07AB-C2C5-69FD12BC7DCF}"/>
                  </a:ext>
                </a:extLst>
              </p:cNvPr>
              <p:cNvSpPr/>
              <p:nvPr/>
            </p:nvSpPr>
            <p:spPr>
              <a:xfrm>
                <a:off x="1586429" y="3822671"/>
                <a:ext cx="5971142" cy="1234146"/>
              </a:xfrm>
              <a:custGeom>
                <a:avLst/>
                <a:gdLst>
                  <a:gd name="connsiteX0" fmla="*/ 0 w 5971142"/>
                  <a:gd name="connsiteY0" fmla="*/ 257 h 1234146"/>
                  <a:gd name="connsiteX1" fmla="*/ 253388 w 5971142"/>
                  <a:gd name="connsiteY1" fmla="*/ 257 h 1234146"/>
                  <a:gd name="connsiteX2" fmla="*/ 539827 w 5971142"/>
                  <a:gd name="connsiteY2" fmla="*/ 11274 h 1234146"/>
                  <a:gd name="connsiteX3" fmla="*/ 694063 w 5971142"/>
                  <a:gd name="connsiteY3" fmla="*/ 11274 h 1234146"/>
                  <a:gd name="connsiteX4" fmla="*/ 738130 w 5971142"/>
                  <a:gd name="connsiteY4" fmla="*/ 33307 h 1234146"/>
                  <a:gd name="connsiteX5" fmla="*/ 782198 w 5971142"/>
                  <a:gd name="connsiteY5" fmla="*/ 44324 h 1234146"/>
                  <a:gd name="connsiteX6" fmla="*/ 870333 w 5971142"/>
                  <a:gd name="connsiteY6" fmla="*/ 121442 h 1234146"/>
                  <a:gd name="connsiteX7" fmla="*/ 881350 w 5971142"/>
                  <a:gd name="connsiteY7" fmla="*/ 154493 h 1234146"/>
                  <a:gd name="connsiteX8" fmla="*/ 903383 w 5971142"/>
                  <a:gd name="connsiteY8" fmla="*/ 187544 h 1234146"/>
                  <a:gd name="connsiteX9" fmla="*/ 914400 w 5971142"/>
                  <a:gd name="connsiteY9" fmla="*/ 220594 h 1234146"/>
                  <a:gd name="connsiteX10" fmla="*/ 936434 w 5971142"/>
                  <a:gd name="connsiteY10" fmla="*/ 253645 h 1234146"/>
                  <a:gd name="connsiteX11" fmla="*/ 958468 w 5971142"/>
                  <a:gd name="connsiteY11" fmla="*/ 319746 h 1234146"/>
                  <a:gd name="connsiteX12" fmla="*/ 980501 w 5971142"/>
                  <a:gd name="connsiteY12" fmla="*/ 352797 h 1234146"/>
                  <a:gd name="connsiteX13" fmla="*/ 991518 w 5971142"/>
                  <a:gd name="connsiteY13" fmla="*/ 385847 h 1234146"/>
                  <a:gd name="connsiteX14" fmla="*/ 1013552 w 5971142"/>
                  <a:gd name="connsiteY14" fmla="*/ 429915 h 1234146"/>
                  <a:gd name="connsiteX15" fmla="*/ 1024569 w 5971142"/>
                  <a:gd name="connsiteY15" fmla="*/ 462965 h 1234146"/>
                  <a:gd name="connsiteX16" fmla="*/ 1068636 w 5971142"/>
                  <a:gd name="connsiteY16" fmla="*/ 540083 h 1234146"/>
                  <a:gd name="connsiteX17" fmla="*/ 1090670 w 5971142"/>
                  <a:gd name="connsiteY17" fmla="*/ 606185 h 1234146"/>
                  <a:gd name="connsiteX18" fmla="*/ 1134738 w 5971142"/>
                  <a:gd name="connsiteY18" fmla="*/ 672286 h 1234146"/>
                  <a:gd name="connsiteX19" fmla="*/ 1167788 w 5971142"/>
                  <a:gd name="connsiteY19" fmla="*/ 738387 h 1234146"/>
                  <a:gd name="connsiteX20" fmla="*/ 1189822 w 5971142"/>
                  <a:gd name="connsiteY20" fmla="*/ 804488 h 1234146"/>
                  <a:gd name="connsiteX21" fmla="*/ 1233889 w 5971142"/>
                  <a:gd name="connsiteY21" fmla="*/ 870589 h 1234146"/>
                  <a:gd name="connsiteX22" fmla="*/ 1277957 w 5971142"/>
                  <a:gd name="connsiteY22" fmla="*/ 947707 h 1234146"/>
                  <a:gd name="connsiteX23" fmla="*/ 1311007 w 5971142"/>
                  <a:gd name="connsiteY23" fmla="*/ 980758 h 1234146"/>
                  <a:gd name="connsiteX24" fmla="*/ 1333041 w 5971142"/>
                  <a:gd name="connsiteY24" fmla="*/ 1013809 h 1234146"/>
                  <a:gd name="connsiteX25" fmla="*/ 1366092 w 5971142"/>
                  <a:gd name="connsiteY25" fmla="*/ 1035842 h 1234146"/>
                  <a:gd name="connsiteX26" fmla="*/ 1443210 w 5971142"/>
                  <a:gd name="connsiteY26" fmla="*/ 1079910 h 1234146"/>
                  <a:gd name="connsiteX27" fmla="*/ 1542362 w 5971142"/>
                  <a:gd name="connsiteY27" fmla="*/ 1123977 h 1234146"/>
                  <a:gd name="connsiteX28" fmla="*/ 1652530 w 5971142"/>
                  <a:gd name="connsiteY28" fmla="*/ 1168045 h 1234146"/>
                  <a:gd name="connsiteX29" fmla="*/ 1839817 w 5971142"/>
                  <a:gd name="connsiteY29" fmla="*/ 1190078 h 1234146"/>
                  <a:gd name="connsiteX30" fmla="*/ 2016087 w 5971142"/>
                  <a:gd name="connsiteY30" fmla="*/ 1212112 h 1234146"/>
                  <a:gd name="connsiteX31" fmla="*/ 2093205 w 5971142"/>
                  <a:gd name="connsiteY31" fmla="*/ 1223129 h 1234146"/>
                  <a:gd name="connsiteX32" fmla="*/ 2192357 w 5971142"/>
                  <a:gd name="connsiteY32" fmla="*/ 1234146 h 1234146"/>
                  <a:gd name="connsiteX33" fmla="*/ 2346593 w 5971142"/>
                  <a:gd name="connsiteY33" fmla="*/ 1212112 h 1234146"/>
                  <a:gd name="connsiteX34" fmla="*/ 2412694 w 5971142"/>
                  <a:gd name="connsiteY34" fmla="*/ 1190078 h 1234146"/>
                  <a:gd name="connsiteX35" fmla="*/ 2456762 w 5971142"/>
                  <a:gd name="connsiteY35" fmla="*/ 1179062 h 1234146"/>
                  <a:gd name="connsiteX36" fmla="*/ 2511846 w 5971142"/>
                  <a:gd name="connsiteY36" fmla="*/ 1168045 h 1234146"/>
                  <a:gd name="connsiteX37" fmla="*/ 2577947 w 5971142"/>
                  <a:gd name="connsiteY37" fmla="*/ 1146011 h 1234146"/>
                  <a:gd name="connsiteX38" fmla="*/ 2633032 w 5971142"/>
                  <a:gd name="connsiteY38" fmla="*/ 1134994 h 1234146"/>
                  <a:gd name="connsiteX39" fmla="*/ 2666082 w 5971142"/>
                  <a:gd name="connsiteY39" fmla="*/ 1123977 h 1234146"/>
                  <a:gd name="connsiteX40" fmla="*/ 2732183 w 5971142"/>
                  <a:gd name="connsiteY40" fmla="*/ 1112960 h 1234146"/>
                  <a:gd name="connsiteX41" fmla="*/ 2798285 w 5971142"/>
                  <a:gd name="connsiteY41" fmla="*/ 1090927 h 1234146"/>
                  <a:gd name="connsiteX42" fmla="*/ 2831335 w 5971142"/>
                  <a:gd name="connsiteY42" fmla="*/ 1068893 h 1234146"/>
                  <a:gd name="connsiteX43" fmla="*/ 2919470 w 5971142"/>
                  <a:gd name="connsiteY43" fmla="*/ 1035842 h 1234146"/>
                  <a:gd name="connsiteX44" fmla="*/ 3062689 w 5971142"/>
                  <a:gd name="connsiteY44" fmla="*/ 925674 h 1234146"/>
                  <a:gd name="connsiteX45" fmla="*/ 3139807 w 5971142"/>
                  <a:gd name="connsiteY45" fmla="*/ 892623 h 1234146"/>
                  <a:gd name="connsiteX46" fmla="*/ 3172858 w 5971142"/>
                  <a:gd name="connsiteY46" fmla="*/ 859572 h 1234146"/>
                  <a:gd name="connsiteX47" fmla="*/ 3238959 w 5971142"/>
                  <a:gd name="connsiteY47" fmla="*/ 815505 h 1234146"/>
                  <a:gd name="connsiteX48" fmla="*/ 3272010 w 5971142"/>
                  <a:gd name="connsiteY48" fmla="*/ 793471 h 1234146"/>
                  <a:gd name="connsiteX49" fmla="*/ 3338111 w 5971142"/>
                  <a:gd name="connsiteY49" fmla="*/ 738387 h 1234146"/>
                  <a:gd name="connsiteX50" fmla="*/ 3382179 w 5971142"/>
                  <a:gd name="connsiteY50" fmla="*/ 716353 h 1234146"/>
                  <a:gd name="connsiteX51" fmla="*/ 3426246 w 5971142"/>
                  <a:gd name="connsiteY51" fmla="*/ 683303 h 1234146"/>
                  <a:gd name="connsiteX52" fmla="*/ 3481330 w 5971142"/>
                  <a:gd name="connsiteY52" fmla="*/ 661269 h 1234146"/>
                  <a:gd name="connsiteX53" fmla="*/ 3547432 w 5971142"/>
                  <a:gd name="connsiteY53" fmla="*/ 628218 h 1234146"/>
                  <a:gd name="connsiteX54" fmla="*/ 3602516 w 5971142"/>
                  <a:gd name="connsiteY54" fmla="*/ 584151 h 1234146"/>
                  <a:gd name="connsiteX55" fmla="*/ 3668617 w 5971142"/>
                  <a:gd name="connsiteY55" fmla="*/ 540083 h 1234146"/>
                  <a:gd name="connsiteX56" fmla="*/ 3712685 w 5971142"/>
                  <a:gd name="connsiteY56" fmla="*/ 507033 h 1234146"/>
                  <a:gd name="connsiteX57" fmla="*/ 3745735 w 5971142"/>
                  <a:gd name="connsiteY57" fmla="*/ 496016 h 1234146"/>
                  <a:gd name="connsiteX58" fmla="*/ 3822853 w 5971142"/>
                  <a:gd name="connsiteY58" fmla="*/ 440932 h 1234146"/>
                  <a:gd name="connsiteX59" fmla="*/ 3888954 w 5971142"/>
                  <a:gd name="connsiteY59" fmla="*/ 396864 h 1234146"/>
                  <a:gd name="connsiteX60" fmla="*/ 3922005 w 5971142"/>
                  <a:gd name="connsiteY60" fmla="*/ 374830 h 1234146"/>
                  <a:gd name="connsiteX61" fmla="*/ 3988106 w 5971142"/>
                  <a:gd name="connsiteY61" fmla="*/ 341780 h 1234146"/>
                  <a:gd name="connsiteX62" fmla="*/ 4065224 w 5971142"/>
                  <a:gd name="connsiteY62" fmla="*/ 319746 h 1234146"/>
                  <a:gd name="connsiteX63" fmla="*/ 4131326 w 5971142"/>
                  <a:gd name="connsiteY63" fmla="*/ 297712 h 1234146"/>
                  <a:gd name="connsiteX64" fmla="*/ 4175393 w 5971142"/>
                  <a:gd name="connsiteY64" fmla="*/ 286695 h 1234146"/>
                  <a:gd name="connsiteX65" fmla="*/ 4274545 w 5971142"/>
                  <a:gd name="connsiteY65" fmla="*/ 242628 h 1234146"/>
                  <a:gd name="connsiteX66" fmla="*/ 4307595 w 5971142"/>
                  <a:gd name="connsiteY66" fmla="*/ 231611 h 1234146"/>
                  <a:gd name="connsiteX67" fmla="*/ 4340646 w 5971142"/>
                  <a:gd name="connsiteY67" fmla="*/ 209577 h 1234146"/>
                  <a:gd name="connsiteX68" fmla="*/ 4384713 w 5971142"/>
                  <a:gd name="connsiteY68" fmla="*/ 198560 h 1234146"/>
                  <a:gd name="connsiteX69" fmla="*/ 4450815 w 5971142"/>
                  <a:gd name="connsiteY69" fmla="*/ 176527 h 1234146"/>
                  <a:gd name="connsiteX70" fmla="*/ 4549967 w 5971142"/>
                  <a:gd name="connsiteY70" fmla="*/ 165510 h 1234146"/>
                  <a:gd name="connsiteX71" fmla="*/ 4682169 w 5971142"/>
                  <a:gd name="connsiteY71" fmla="*/ 143476 h 1234146"/>
                  <a:gd name="connsiteX72" fmla="*/ 5034709 w 5971142"/>
                  <a:gd name="connsiteY72" fmla="*/ 132459 h 1234146"/>
                  <a:gd name="connsiteX73" fmla="*/ 5100810 w 5971142"/>
                  <a:gd name="connsiteY73" fmla="*/ 121442 h 1234146"/>
                  <a:gd name="connsiteX74" fmla="*/ 5155894 w 5971142"/>
                  <a:gd name="connsiteY74" fmla="*/ 110425 h 1234146"/>
                  <a:gd name="connsiteX75" fmla="*/ 5409282 w 5971142"/>
                  <a:gd name="connsiteY75" fmla="*/ 154493 h 1234146"/>
                  <a:gd name="connsiteX76" fmla="*/ 5563518 w 5971142"/>
                  <a:gd name="connsiteY76" fmla="*/ 176527 h 1234146"/>
                  <a:gd name="connsiteX77" fmla="*/ 5640636 w 5971142"/>
                  <a:gd name="connsiteY77" fmla="*/ 187544 h 1234146"/>
                  <a:gd name="connsiteX78" fmla="*/ 5971142 w 5971142"/>
                  <a:gd name="connsiteY78" fmla="*/ 187544 h 123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5971142" h="1234146">
                    <a:moveTo>
                      <a:pt x="0" y="257"/>
                    </a:moveTo>
                    <a:cubicBezTo>
                      <a:pt x="174414" y="25174"/>
                      <a:pt x="-37255" y="257"/>
                      <a:pt x="253388" y="257"/>
                    </a:cubicBezTo>
                    <a:cubicBezTo>
                      <a:pt x="348938" y="257"/>
                      <a:pt x="444347" y="7602"/>
                      <a:pt x="539827" y="11274"/>
                    </a:cubicBezTo>
                    <a:cubicBezTo>
                      <a:pt x="610520" y="1175"/>
                      <a:pt x="623370" y="-8006"/>
                      <a:pt x="694063" y="11274"/>
                    </a:cubicBezTo>
                    <a:cubicBezTo>
                      <a:pt x="709907" y="15595"/>
                      <a:pt x="722753" y="27541"/>
                      <a:pt x="738130" y="33307"/>
                    </a:cubicBezTo>
                    <a:cubicBezTo>
                      <a:pt x="752307" y="38623"/>
                      <a:pt x="767509" y="40652"/>
                      <a:pt x="782198" y="44324"/>
                    </a:cubicBezTo>
                    <a:cubicBezTo>
                      <a:pt x="795890" y="55278"/>
                      <a:pt x="856142" y="100155"/>
                      <a:pt x="870333" y="121442"/>
                    </a:cubicBezTo>
                    <a:cubicBezTo>
                      <a:pt x="876775" y="131105"/>
                      <a:pt x="876157" y="144106"/>
                      <a:pt x="881350" y="154493"/>
                    </a:cubicBezTo>
                    <a:cubicBezTo>
                      <a:pt x="887271" y="166336"/>
                      <a:pt x="897462" y="175701"/>
                      <a:pt x="903383" y="187544"/>
                    </a:cubicBezTo>
                    <a:cubicBezTo>
                      <a:pt x="908576" y="197931"/>
                      <a:pt x="909207" y="210207"/>
                      <a:pt x="914400" y="220594"/>
                    </a:cubicBezTo>
                    <a:cubicBezTo>
                      <a:pt x="920322" y="232437"/>
                      <a:pt x="931056" y="241545"/>
                      <a:pt x="936434" y="253645"/>
                    </a:cubicBezTo>
                    <a:cubicBezTo>
                      <a:pt x="945867" y="274869"/>
                      <a:pt x="945585" y="300421"/>
                      <a:pt x="958468" y="319746"/>
                    </a:cubicBezTo>
                    <a:cubicBezTo>
                      <a:pt x="965812" y="330763"/>
                      <a:pt x="974580" y="340954"/>
                      <a:pt x="980501" y="352797"/>
                    </a:cubicBezTo>
                    <a:cubicBezTo>
                      <a:pt x="985694" y="363184"/>
                      <a:pt x="986944" y="375173"/>
                      <a:pt x="991518" y="385847"/>
                    </a:cubicBezTo>
                    <a:cubicBezTo>
                      <a:pt x="997987" y="400942"/>
                      <a:pt x="1007083" y="414820"/>
                      <a:pt x="1013552" y="429915"/>
                    </a:cubicBezTo>
                    <a:cubicBezTo>
                      <a:pt x="1018126" y="440589"/>
                      <a:pt x="1019376" y="452578"/>
                      <a:pt x="1024569" y="462965"/>
                    </a:cubicBezTo>
                    <a:cubicBezTo>
                      <a:pt x="1064316" y="542457"/>
                      <a:pt x="1030011" y="443520"/>
                      <a:pt x="1068636" y="540083"/>
                    </a:cubicBezTo>
                    <a:cubicBezTo>
                      <a:pt x="1077262" y="561648"/>
                      <a:pt x="1077786" y="586860"/>
                      <a:pt x="1090670" y="606185"/>
                    </a:cubicBezTo>
                    <a:lnTo>
                      <a:pt x="1134738" y="672286"/>
                    </a:lnTo>
                    <a:cubicBezTo>
                      <a:pt x="1174907" y="792800"/>
                      <a:pt x="1110846" y="610268"/>
                      <a:pt x="1167788" y="738387"/>
                    </a:cubicBezTo>
                    <a:cubicBezTo>
                      <a:pt x="1177221" y="759611"/>
                      <a:pt x="1176939" y="785163"/>
                      <a:pt x="1189822" y="804488"/>
                    </a:cubicBezTo>
                    <a:cubicBezTo>
                      <a:pt x="1204511" y="826522"/>
                      <a:pt x="1222046" y="846904"/>
                      <a:pt x="1233889" y="870589"/>
                    </a:cubicBezTo>
                    <a:cubicBezTo>
                      <a:pt x="1247360" y="897532"/>
                      <a:pt x="1258490" y="924347"/>
                      <a:pt x="1277957" y="947707"/>
                    </a:cubicBezTo>
                    <a:cubicBezTo>
                      <a:pt x="1287931" y="959676"/>
                      <a:pt x="1301033" y="968789"/>
                      <a:pt x="1311007" y="980758"/>
                    </a:cubicBezTo>
                    <a:cubicBezTo>
                      <a:pt x="1319483" y="990930"/>
                      <a:pt x="1323678" y="1004446"/>
                      <a:pt x="1333041" y="1013809"/>
                    </a:cubicBezTo>
                    <a:cubicBezTo>
                      <a:pt x="1342404" y="1023171"/>
                      <a:pt x="1355318" y="1028146"/>
                      <a:pt x="1366092" y="1035842"/>
                    </a:cubicBezTo>
                    <a:cubicBezTo>
                      <a:pt x="1424454" y="1077529"/>
                      <a:pt x="1389574" y="1062031"/>
                      <a:pt x="1443210" y="1079910"/>
                    </a:cubicBezTo>
                    <a:cubicBezTo>
                      <a:pt x="1540434" y="1144728"/>
                      <a:pt x="1385027" y="1045308"/>
                      <a:pt x="1542362" y="1123977"/>
                    </a:cubicBezTo>
                    <a:cubicBezTo>
                      <a:pt x="1576399" y="1140996"/>
                      <a:pt x="1614412" y="1162599"/>
                      <a:pt x="1652530" y="1168045"/>
                    </a:cubicBezTo>
                    <a:cubicBezTo>
                      <a:pt x="1819784" y="1191939"/>
                      <a:pt x="1627628" y="1165595"/>
                      <a:pt x="1839817" y="1190078"/>
                    </a:cubicBezTo>
                    <a:lnTo>
                      <a:pt x="2016087" y="1212112"/>
                    </a:lnTo>
                    <a:lnTo>
                      <a:pt x="2093205" y="1223129"/>
                    </a:lnTo>
                    <a:cubicBezTo>
                      <a:pt x="2126202" y="1227254"/>
                      <a:pt x="2159306" y="1230474"/>
                      <a:pt x="2192357" y="1234146"/>
                    </a:cubicBezTo>
                    <a:cubicBezTo>
                      <a:pt x="2218444" y="1230885"/>
                      <a:pt x="2314824" y="1220054"/>
                      <a:pt x="2346593" y="1212112"/>
                    </a:cubicBezTo>
                    <a:cubicBezTo>
                      <a:pt x="2369125" y="1206479"/>
                      <a:pt x="2390162" y="1195711"/>
                      <a:pt x="2412694" y="1190078"/>
                    </a:cubicBezTo>
                    <a:cubicBezTo>
                      <a:pt x="2427383" y="1186406"/>
                      <a:pt x="2441981" y="1182347"/>
                      <a:pt x="2456762" y="1179062"/>
                    </a:cubicBezTo>
                    <a:cubicBezTo>
                      <a:pt x="2475041" y="1175000"/>
                      <a:pt x="2493781" y="1172972"/>
                      <a:pt x="2511846" y="1168045"/>
                    </a:cubicBezTo>
                    <a:cubicBezTo>
                      <a:pt x="2534253" y="1161934"/>
                      <a:pt x="2555172" y="1150566"/>
                      <a:pt x="2577947" y="1146011"/>
                    </a:cubicBezTo>
                    <a:cubicBezTo>
                      <a:pt x="2596309" y="1142339"/>
                      <a:pt x="2614866" y="1139536"/>
                      <a:pt x="2633032" y="1134994"/>
                    </a:cubicBezTo>
                    <a:cubicBezTo>
                      <a:pt x="2644298" y="1132177"/>
                      <a:pt x="2654746" y="1126496"/>
                      <a:pt x="2666082" y="1123977"/>
                    </a:cubicBezTo>
                    <a:cubicBezTo>
                      <a:pt x="2687888" y="1119131"/>
                      <a:pt x="2710512" y="1118378"/>
                      <a:pt x="2732183" y="1112960"/>
                    </a:cubicBezTo>
                    <a:cubicBezTo>
                      <a:pt x="2754715" y="1107327"/>
                      <a:pt x="2798285" y="1090927"/>
                      <a:pt x="2798285" y="1090927"/>
                    </a:cubicBezTo>
                    <a:cubicBezTo>
                      <a:pt x="2809302" y="1083582"/>
                      <a:pt x="2819492" y="1074814"/>
                      <a:pt x="2831335" y="1068893"/>
                    </a:cubicBezTo>
                    <a:cubicBezTo>
                      <a:pt x="2857679" y="1055721"/>
                      <a:pt x="2890867" y="1045377"/>
                      <a:pt x="2919470" y="1035842"/>
                    </a:cubicBezTo>
                    <a:cubicBezTo>
                      <a:pt x="2960717" y="994597"/>
                      <a:pt x="3007373" y="944113"/>
                      <a:pt x="3062689" y="925674"/>
                    </a:cubicBezTo>
                    <a:cubicBezTo>
                      <a:pt x="3089662" y="916683"/>
                      <a:pt x="3115982" y="909641"/>
                      <a:pt x="3139807" y="892623"/>
                    </a:cubicBezTo>
                    <a:cubicBezTo>
                      <a:pt x="3152485" y="883567"/>
                      <a:pt x="3160560" y="869137"/>
                      <a:pt x="3172858" y="859572"/>
                    </a:cubicBezTo>
                    <a:cubicBezTo>
                      <a:pt x="3193761" y="843314"/>
                      <a:pt x="3216925" y="830194"/>
                      <a:pt x="3238959" y="815505"/>
                    </a:cubicBezTo>
                    <a:cubicBezTo>
                      <a:pt x="3249976" y="808160"/>
                      <a:pt x="3262647" y="802834"/>
                      <a:pt x="3272010" y="793471"/>
                    </a:cubicBezTo>
                    <a:cubicBezTo>
                      <a:pt x="3302391" y="763090"/>
                      <a:pt x="3302322" y="758838"/>
                      <a:pt x="3338111" y="738387"/>
                    </a:cubicBezTo>
                    <a:cubicBezTo>
                      <a:pt x="3352370" y="730239"/>
                      <a:pt x="3368252" y="725057"/>
                      <a:pt x="3382179" y="716353"/>
                    </a:cubicBezTo>
                    <a:cubicBezTo>
                      <a:pt x="3397749" y="706622"/>
                      <a:pt x="3410195" y="692220"/>
                      <a:pt x="3426246" y="683303"/>
                    </a:cubicBezTo>
                    <a:cubicBezTo>
                      <a:pt x="3443533" y="673699"/>
                      <a:pt x="3463642" y="670113"/>
                      <a:pt x="3481330" y="661269"/>
                    </a:cubicBezTo>
                    <a:cubicBezTo>
                      <a:pt x="3566754" y="618556"/>
                      <a:pt x="3464360" y="655909"/>
                      <a:pt x="3547432" y="628218"/>
                    </a:cubicBezTo>
                    <a:cubicBezTo>
                      <a:pt x="3588143" y="567151"/>
                      <a:pt x="3546172" y="615454"/>
                      <a:pt x="3602516" y="584151"/>
                    </a:cubicBezTo>
                    <a:cubicBezTo>
                      <a:pt x="3625665" y="571290"/>
                      <a:pt x="3646583" y="554772"/>
                      <a:pt x="3668617" y="540083"/>
                    </a:cubicBezTo>
                    <a:cubicBezTo>
                      <a:pt x="3683895" y="529898"/>
                      <a:pt x="3696743" y="516143"/>
                      <a:pt x="3712685" y="507033"/>
                    </a:cubicBezTo>
                    <a:cubicBezTo>
                      <a:pt x="3722768" y="501272"/>
                      <a:pt x="3734718" y="499688"/>
                      <a:pt x="3745735" y="496016"/>
                    </a:cubicBezTo>
                    <a:cubicBezTo>
                      <a:pt x="3810385" y="409816"/>
                      <a:pt x="3742407" y="481155"/>
                      <a:pt x="3822853" y="440932"/>
                    </a:cubicBezTo>
                    <a:cubicBezTo>
                      <a:pt x="3846539" y="429089"/>
                      <a:pt x="3866920" y="411553"/>
                      <a:pt x="3888954" y="396864"/>
                    </a:cubicBezTo>
                    <a:cubicBezTo>
                      <a:pt x="3899971" y="389519"/>
                      <a:pt x="3909444" y="379017"/>
                      <a:pt x="3922005" y="374830"/>
                    </a:cubicBezTo>
                    <a:cubicBezTo>
                      <a:pt x="4005081" y="347138"/>
                      <a:pt x="3902680" y="384493"/>
                      <a:pt x="3988106" y="341780"/>
                    </a:cubicBezTo>
                    <a:cubicBezTo>
                      <a:pt x="4006618" y="332524"/>
                      <a:pt x="4047575" y="325041"/>
                      <a:pt x="4065224" y="319746"/>
                    </a:cubicBezTo>
                    <a:cubicBezTo>
                      <a:pt x="4087470" y="313072"/>
                      <a:pt x="4108794" y="303345"/>
                      <a:pt x="4131326" y="297712"/>
                    </a:cubicBezTo>
                    <a:cubicBezTo>
                      <a:pt x="4146015" y="294040"/>
                      <a:pt x="4160834" y="290855"/>
                      <a:pt x="4175393" y="286695"/>
                    </a:cubicBezTo>
                    <a:cubicBezTo>
                      <a:pt x="4227508" y="271805"/>
                      <a:pt x="4207192" y="272562"/>
                      <a:pt x="4274545" y="242628"/>
                    </a:cubicBezTo>
                    <a:cubicBezTo>
                      <a:pt x="4285157" y="237912"/>
                      <a:pt x="4297208" y="236804"/>
                      <a:pt x="4307595" y="231611"/>
                    </a:cubicBezTo>
                    <a:cubicBezTo>
                      <a:pt x="4319438" y="225689"/>
                      <a:pt x="4328476" y="214793"/>
                      <a:pt x="4340646" y="209577"/>
                    </a:cubicBezTo>
                    <a:cubicBezTo>
                      <a:pt x="4354563" y="203613"/>
                      <a:pt x="4370210" y="202911"/>
                      <a:pt x="4384713" y="198560"/>
                    </a:cubicBezTo>
                    <a:cubicBezTo>
                      <a:pt x="4406959" y="191886"/>
                      <a:pt x="4427731" y="179092"/>
                      <a:pt x="4450815" y="176527"/>
                    </a:cubicBezTo>
                    <a:cubicBezTo>
                      <a:pt x="4483866" y="172855"/>
                      <a:pt x="4517047" y="170213"/>
                      <a:pt x="4549967" y="165510"/>
                    </a:cubicBezTo>
                    <a:cubicBezTo>
                      <a:pt x="4594193" y="159192"/>
                      <a:pt x="4637516" y="144871"/>
                      <a:pt x="4682169" y="143476"/>
                    </a:cubicBezTo>
                    <a:lnTo>
                      <a:pt x="5034709" y="132459"/>
                    </a:lnTo>
                    <a:lnTo>
                      <a:pt x="5100810" y="121442"/>
                    </a:lnTo>
                    <a:cubicBezTo>
                      <a:pt x="5119233" y="118092"/>
                      <a:pt x="5137192" y="109490"/>
                      <a:pt x="5155894" y="110425"/>
                    </a:cubicBezTo>
                    <a:cubicBezTo>
                      <a:pt x="5362548" y="120758"/>
                      <a:pt x="5261031" y="127538"/>
                      <a:pt x="5409282" y="154493"/>
                    </a:cubicBezTo>
                    <a:cubicBezTo>
                      <a:pt x="5460378" y="163783"/>
                      <a:pt x="5512106" y="169182"/>
                      <a:pt x="5563518" y="176527"/>
                    </a:cubicBezTo>
                    <a:cubicBezTo>
                      <a:pt x="5589224" y="180199"/>
                      <a:pt x="5614669" y="187544"/>
                      <a:pt x="5640636" y="187544"/>
                    </a:cubicBezTo>
                    <a:lnTo>
                      <a:pt x="5971142" y="187544"/>
                    </a:lnTo>
                  </a:path>
                </a:pathLst>
              </a:custGeom>
              <a:noFill/>
              <a:ln>
                <a:solidFill>
                  <a:srgbClr val="9A632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4583274-F40B-E388-0814-67DC2B928C20}"/>
                  </a:ext>
                </a:extLst>
              </p:cNvPr>
              <p:cNvCxnSpPr/>
              <p:nvPr/>
            </p:nvCxnSpPr>
            <p:spPr>
              <a:xfrm>
                <a:off x="1586429" y="3705136"/>
                <a:ext cx="5827923" cy="110169"/>
              </a:xfrm>
              <a:prstGeom prst="straightConnector1">
                <a:avLst/>
              </a:prstGeom>
              <a:ln w="19050"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Cloud 17">
                <a:extLst>
                  <a:ext uri="{FF2B5EF4-FFF2-40B4-BE49-F238E27FC236}">
                    <a16:creationId xmlns:a16="http://schemas.microsoft.com/office/drawing/2014/main" id="{3E8F0DD9-5C77-863C-4C78-8B61CA6A5B3A}"/>
                  </a:ext>
                </a:extLst>
              </p:cNvPr>
              <p:cNvSpPr/>
              <p:nvPr/>
            </p:nvSpPr>
            <p:spPr>
              <a:xfrm>
                <a:off x="3842018" y="4802833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19" name="Cloud 18">
                <a:extLst>
                  <a:ext uri="{FF2B5EF4-FFF2-40B4-BE49-F238E27FC236}">
                    <a16:creationId xmlns:a16="http://schemas.microsoft.com/office/drawing/2014/main" id="{D6E98DAC-AF46-D253-08C8-AC7FEA295384}"/>
                  </a:ext>
                </a:extLst>
              </p:cNvPr>
              <p:cNvSpPr/>
              <p:nvPr/>
            </p:nvSpPr>
            <p:spPr>
              <a:xfrm rot="1035449">
                <a:off x="2892128" y="4675841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589C6228-5E00-1A37-101D-4186CBF7A572}"/>
                  </a:ext>
                </a:extLst>
              </p:cNvPr>
              <p:cNvGrpSpPr/>
              <p:nvPr/>
            </p:nvGrpSpPr>
            <p:grpSpPr>
              <a:xfrm>
                <a:off x="4858566" y="3490000"/>
                <a:ext cx="406830" cy="497754"/>
                <a:chOff x="4858566" y="3490000"/>
                <a:chExt cx="406830" cy="497754"/>
              </a:xfrm>
            </p:grpSpPr>
            <p:sp>
              <p:nvSpPr>
                <p:cNvPr id="26" name="Down Arrow 25">
                  <a:extLst>
                    <a:ext uri="{FF2B5EF4-FFF2-40B4-BE49-F238E27FC236}">
                      <a16:creationId xmlns:a16="http://schemas.microsoft.com/office/drawing/2014/main" id="{202FD2A3-207F-7227-7DEA-0A6318640F64}"/>
                    </a:ext>
                  </a:extLst>
                </p:cNvPr>
                <p:cNvSpPr/>
                <p:nvPr/>
              </p:nvSpPr>
              <p:spPr>
                <a:xfrm rot="10800000">
                  <a:off x="4858566" y="3490000"/>
                  <a:ext cx="143197" cy="446353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  <p:sp>
              <p:nvSpPr>
                <p:cNvPr id="27" name="Down Arrow 26">
                  <a:extLst>
                    <a:ext uri="{FF2B5EF4-FFF2-40B4-BE49-F238E27FC236}">
                      <a16:creationId xmlns:a16="http://schemas.microsoft.com/office/drawing/2014/main" id="{3C953445-9338-2729-44E5-69E05D8FB3FE}"/>
                    </a:ext>
                  </a:extLst>
                </p:cNvPr>
                <p:cNvSpPr/>
                <p:nvPr/>
              </p:nvSpPr>
              <p:spPr>
                <a:xfrm flipH="1">
                  <a:off x="5122199" y="3541401"/>
                  <a:ext cx="143197" cy="446353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93683AB-F90D-16C5-69C8-A04EE975FB65}"/>
                  </a:ext>
                </a:extLst>
              </p:cNvPr>
              <p:cNvGrpSpPr/>
              <p:nvPr/>
            </p:nvGrpSpPr>
            <p:grpSpPr>
              <a:xfrm>
                <a:off x="3189911" y="3899392"/>
                <a:ext cx="1282446" cy="873484"/>
                <a:chOff x="3189911" y="3899392"/>
                <a:chExt cx="1282446" cy="873484"/>
              </a:xfrm>
            </p:grpSpPr>
            <p:sp>
              <p:nvSpPr>
                <p:cNvPr id="24" name="Curved Right Arrow 23">
                  <a:extLst>
                    <a:ext uri="{FF2B5EF4-FFF2-40B4-BE49-F238E27FC236}">
                      <a16:creationId xmlns:a16="http://schemas.microsoft.com/office/drawing/2014/main" id="{2B386FB1-C6B1-CD5E-E479-65E3ADDBABEB}"/>
                    </a:ext>
                  </a:extLst>
                </p:cNvPr>
                <p:cNvSpPr/>
                <p:nvPr/>
              </p:nvSpPr>
              <p:spPr>
                <a:xfrm>
                  <a:off x="3189911" y="3946158"/>
                  <a:ext cx="412317" cy="826718"/>
                </a:xfrm>
                <a:prstGeom prst="curvedRightArrow">
                  <a:avLst/>
                </a:prstGeom>
                <a:solidFill>
                  <a:srgbClr val="4E8F00"/>
                </a:solidFill>
                <a:ln>
                  <a:solidFill>
                    <a:srgbClr val="4E8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25" name="Curved Right Arrow 24">
                  <a:extLst>
                    <a:ext uri="{FF2B5EF4-FFF2-40B4-BE49-F238E27FC236}">
                      <a16:creationId xmlns:a16="http://schemas.microsoft.com/office/drawing/2014/main" id="{C145F232-B689-C6A4-7FE6-5533D725CDFE}"/>
                    </a:ext>
                  </a:extLst>
                </p:cNvPr>
                <p:cNvSpPr/>
                <p:nvPr/>
              </p:nvSpPr>
              <p:spPr>
                <a:xfrm rot="10800000">
                  <a:off x="4060042" y="3899392"/>
                  <a:ext cx="412315" cy="826718"/>
                </a:xfrm>
                <a:prstGeom prst="curvedRightArrow">
                  <a:avLst/>
                </a:prstGeom>
                <a:solidFill>
                  <a:srgbClr val="941100"/>
                </a:solidFill>
                <a:ln>
                  <a:solidFill>
                    <a:srgbClr val="9411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p:grpSp>
          <p:sp>
            <p:nvSpPr>
              <p:cNvPr id="22" name="Down Arrow 21">
                <a:extLst>
                  <a:ext uri="{FF2B5EF4-FFF2-40B4-BE49-F238E27FC236}">
                    <a16:creationId xmlns:a16="http://schemas.microsoft.com/office/drawing/2014/main" id="{485AE894-9B05-8416-EF3E-C667CDD03C2D}"/>
                  </a:ext>
                </a:extLst>
              </p:cNvPr>
              <p:cNvSpPr/>
              <p:nvPr/>
            </p:nvSpPr>
            <p:spPr>
              <a:xfrm rot="16200000">
                <a:off x="6529246" y="3694875"/>
                <a:ext cx="143197" cy="32967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23" name="Down Arrow 22">
                <a:extLst>
                  <a:ext uri="{FF2B5EF4-FFF2-40B4-BE49-F238E27FC236}">
                    <a16:creationId xmlns:a16="http://schemas.microsoft.com/office/drawing/2014/main" id="{FE14F549-0954-B7F0-948C-151ECB00A3AD}"/>
                  </a:ext>
                </a:extLst>
              </p:cNvPr>
              <p:cNvSpPr/>
              <p:nvPr/>
            </p:nvSpPr>
            <p:spPr>
              <a:xfrm rot="14434548">
                <a:off x="2610463" y="4406622"/>
                <a:ext cx="143197" cy="243390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B7675D5-131C-826A-5F52-CA6FA4F8D8D7}"/>
                </a:ext>
              </a:extLst>
            </p:cNvPr>
            <p:cNvGrpSpPr/>
            <p:nvPr/>
          </p:nvGrpSpPr>
          <p:grpSpPr>
            <a:xfrm>
              <a:off x="6093600" y="3063256"/>
              <a:ext cx="2378857" cy="552848"/>
              <a:chOff x="1586429" y="3669119"/>
              <a:chExt cx="5971142" cy="1387698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AABC99A-B703-6B42-FC84-8943A20A3F5C}"/>
                  </a:ext>
                </a:extLst>
              </p:cNvPr>
              <p:cNvSpPr/>
              <p:nvPr/>
            </p:nvSpPr>
            <p:spPr>
              <a:xfrm>
                <a:off x="1586429" y="3822671"/>
                <a:ext cx="5971142" cy="1234146"/>
              </a:xfrm>
              <a:custGeom>
                <a:avLst/>
                <a:gdLst>
                  <a:gd name="connsiteX0" fmla="*/ 0 w 5971142"/>
                  <a:gd name="connsiteY0" fmla="*/ 257 h 1234146"/>
                  <a:gd name="connsiteX1" fmla="*/ 253388 w 5971142"/>
                  <a:gd name="connsiteY1" fmla="*/ 257 h 1234146"/>
                  <a:gd name="connsiteX2" fmla="*/ 539827 w 5971142"/>
                  <a:gd name="connsiteY2" fmla="*/ 11274 h 1234146"/>
                  <a:gd name="connsiteX3" fmla="*/ 694063 w 5971142"/>
                  <a:gd name="connsiteY3" fmla="*/ 11274 h 1234146"/>
                  <a:gd name="connsiteX4" fmla="*/ 738130 w 5971142"/>
                  <a:gd name="connsiteY4" fmla="*/ 33307 h 1234146"/>
                  <a:gd name="connsiteX5" fmla="*/ 782198 w 5971142"/>
                  <a:gd name="connsiteY5" fmla="*/ 44324 h 1234146"/>
                  <a:gd name="connsiteX6" fmla="*/ 870333 w 5971142"/>
                  <a:gd name="connsiteY6" fmla="*/ 121442 h 1234146"/>
                  <a:gd name="connsiteX7" fmla="*/ 881350 w 5971142"/>
                  <a:gd name="connsiteY7" fmla="*/ 154493 h 1234146"/>
                  <a:gd name="connsiteX8" fmla="*/ 903383 w 5971142"/>
                  <a:gd name="connsiteY8" fmla="*/ 187544 h 1234146"/>
                  <a:gd name="connsiteX9" fmla="*/ 914400 w 5971142"/>
                  <a:gd name="connsiteY9" fmla="*/ 220594 h 1234146"/>
                  <a:gd name="connsiteX10" fmla="*/ 936434 w 5971142"/>
                  <a:gd name="connsiteY10" fmla="*/ 253645 h 1234146"/>
                  <a:gd name="connsiteX11" fmla="*/ 958468 w 5971142"/>
                  <a:gd name="connsiteY11" fmla="*/ 319746 h 1234146"/>
                  <a:gd name="connsiteX12" fmla="*/ 980501 w 5971142"/>
                  <a:gd name="connsiteY12" fmla="*/ 352797 h 1234146"/>
                  <a:gd name="connsiteX13" fmla="*/ 991518 w 5971142"/>
                  <a:gd name="connsiteY13" fmla="*/ 385847 h 1234146"/>
                  <a:gd name="connsiteX14" fmla="*/ 1013552 w 5971142"/>
                  <a:gd name="connsiteY14" fmla="*/ 429915 h 1234146"/>
                  <a:gd name="connsiteX15" fmla="*/ 1024569 w 5971142"/>
                  <a:gd name="connsiteY15" fmla="*/ 462965 h 1234146"/>
                  <a:gd name="connsiteX16" fmla="*/ 1068636 w 5971142"/>
                  <a:gd name="connsiteY16" fmla="*/ 540083 h 1234146"/>
                  <a:gd name="connsiteX17" fmla="*/ 1090670 w 5971142"/>
                  <a:gd name="connsiteY17" fmla="*/ 606185 h 1234146"/>
                  <a:gd name="connsiteX18" fmla="*/ 1134738 w 5971142"/>
                  <a:gd name="connsiteY18" fmla="*/ 672286 h 1234146"/>
                  <a:gd name="connsiteX19" fmla="*/ 1167788 w 5971142"/>
                  <a:gd name="connsiteY19" fmla="*/ 738387 h 1234146"/>
                  <a:gd name="connsiteX20" fmla="*/ 1189822 w 5971142"/>
                  <a:gd name="connsiteY20" fmla="*/ 804488 h 1234146"/>
                  <a:gd name="connsiteX21" fmla="*/ 1233889 w 5971142"/>
                  <a:gd name="connsiteY21" fmla="*/ 870589 h 1234146"/>
                  <a:gd name="connsiteX22" fmla="*/ 1277957 w 5971142"/>
                  <a:gd name="connsiteY22" fmla="*/ 947707 h 1234146"/>
                  <a:gd name="connsiteX23" fmla="*/ 1311007 w 5971142"/>
                  <a:gd name="connsiteY23" fmla="*/ 980758 h 1234146"/>
                  <a:gd name="connsiteX24" fmla="*/ 1333041 w 5971142"/>
                  <a:gd name="connsiteY24" fmla="*/ 1013809 h 1234146"/>
                  <a:gd name="connsiteX25" fmla="*/ 1366092 w 5971142"/>
                  <a:gd name="connsiteY25" fmla="*/ 1035842 h 1234146"/>
                  <a:gd name="connsiteX26" fmla="*/ 1443210 w 5971142"/>
                  <a:gd name="connsiteY26" fmla="*/ 1079910 h 1234146"/>
                  <a:gd name="connsiteX27" fmla="*/ 1542362 w 5971142"/>
                  <a:gd name="connsiteY27" fmla="*/ 1123977 h 1234146"/>
                  <a:gd name="connsiteX28" fmla="*/ 1652530 w 5971142"/>
                  <a:gd name="connsiteY28" fmla="*/ 1168045 h 1234146"/>
                  <a:gd name="connsiteX29" fmla="*/ 1839817 w 5971142"/>
                  <a:gd name="connsiteY29" fmla="*/ 1190078 h 1234146"/>
                  <a:gd name="connsiteX30" fmla="*/ 2016087 w 5971142"/>
                  <a:gd name="connsiteY30" fmla="*/ 1212112 h 1234146"/>
                  <a:gd name="connsiteX31" fmla="*/ 2093205 w 5971142"/>
                  <a:gd name="connsiteY31" fmla="*/ 1223129 h 1234146"/>
                  <a:gd name="connsiteX32" fmla="*/ 2192357 w 5971142"/>
                  <a:gd name="connsiteY32" fmla="*/ 1234146 h 1234146"/>
                  <a:gd name="connsiteX33" fmla="*/ 2346593 w 5971142"/>
                  <a:gd name="connsiteY33" fmla="*/ 1212112 h 1234146"/>
                  <a:gd name="connsiteX34" fmla="*/ 2412694 w 5971142"/>
                  <a:gd name="connsiteY34" fmla="*/ 1190078 h 1234146"/>
                  <a:gd name="connsiteX35" fmla="*/ 2456762 w 5971142"/>
                  <a:gd name="connsiteY35" fmla="*/ 1179062 h 1234146"/>
                  <a:gd name="connsiteX36" fmla="*/ 2511846 w 5971142"/>
                  <a:gd name="connsiteY36" fmla="*/ 1168045 h 1234146"/>
                  <a:gd name="connsiteX37" fmla="*/ 2577947 w 5971142"/>
                  <a:gd name="connsiteY37" fmla="*/ 1146011 h 1234146"/>
                  <a:gd name="connsiteX38" fmla="*/ 2633032 w 5971142"/>
                  <a:gd name="connsiteY38" fmla="*/ 1134994 h 1234146"/>
                  <a:gd name="connsiteX39" fmla="*/ 2666082 w 5971142"/>
                  <a:gd name="connsiteY39" fmla="*/ 1123977 h 1234146"/>
                  <a:gd name="connsiteX40" fmla="*/ 2732183 w 5971142"/>
                  <a:gd name="connsiteY40" fmla="*/ 1112960 h 1234146"/>
                  <a:gd name="connsiteX41" fmla="*/ 2798285 w 5971142"/>
                  <a:gd name="connsiteY41" fmla="*/ 1090927 h 1234146"/>
                  <a:gd name="connsiteX42" fmla="*/ 2831335 w 5971142"/>
                  <a:gd name="connsiteY42" fmla="*/ 1068893 h 1234146"/>
                  <a:gd name="connsiteX43" fmla="*/ 2919470 w 5971142"/>
                  <a:gd name="connsiteY43" fmla="*/ 1035842 h 1234146"/>
                  <a:gd name="connsiteX44" fmla="*/ 3062689 w 5971142"/>
                  <a:gd name="connsiteY44" fmla="*/ 925674 h 1234146"/>
                  <a:gd name="connsiteX45" fmla="*/ 3139807 w 5971142"/>
                  <a:gd name="connsiteY45" fmla="*/ 892623 h 1234146"/>
                  <a:gd name="connsiteX46" fmla="*/ 3172858 w 5971142"/>
                  <a:gd name="connsiteY46" fmla="*/ 859572 h 1234146"/>
                  <a:gd name="connsiteX47" fmla="*/ 3238959 w 5971142"/>
                  <a:gd name="connsiteY47" fmla="*/ 815505 h 1234146"/>
                  <a:gd name="connsiteX48" fmla="*/ 3272010 w 5971142"/>
                  <a:gd name="connsiteY48" fmla="*/ 793471 h 1234146"/>
                  <a:gd name="connsiteX49" fmla="*/ 3338111 w 5971142"/>
                  <a:gd name="connsiteY49" fmla="*/ 738387 h 1234146"/>
                  <a:gd name="connsiteX50" fmla="*/ 3382179 w 5971142"/>
                  <a:gd name="connsiteY50" fmla="*/ 716353 h 1234146"/>
                  <a:gd name="connsiteX51" fmla="*/ 3426246 w 5971142"/>
                  <a:gd name="connsiteY51" fmla="*/ 683303 h 1234146"/>
                  <a:gd name="connsiteX52" fmla="*/ 3481330 w 5971142"/>
                  <a:gd name="connsiteY52" fmla="*/ 661269 h 1234146"/>
                  <a:gd name="connsiteX53" fmla="*/ 3547432 w 5971142"/>
                  <a:gd name="connsiteY53" fmla="*/ 628218 h 1234146"/>
                  <a:gd name="connsiteX54" fmla="*/ 3602516 w 5971142"/>
                  <a:gd name="connsiteY54" fmla="*/ 584151 h 1234146"/>
                  <a:gd name="connsiteX55" fmla="*/ 3668617 w 5971142"/>
                  <a:gd name="connsiteY55" fmla="*/ 540083 h 1234146"/>
                  <a:gd name="connsiteX56" fmla="*/ 3712685 w 5971142"/>
                  <a:gd name="connsiteY56" fmla="*/ 507033 h 1234146"/>
                  <a:gd name="connsiteX57" fmla="*/ 3745735 w 5971142"/>
                  <a:gd name="connsiteY57" fmla="*/ 496016 h 1234146"/>
                  <a:gd name="connsiteX58" fmla="*/ 3822853 w 5971142"/>
                  <a:gd name="connsiteY58" fmla="*/ 440932 h 1234146"/>
                  <a:gd name="connsiteX59" fmla="*/ 3888954 w 5971142"/>
                  <a:gd name="connsiteY59" fmla="*/ 396864 h 1234146"/>
                  <a:gd name="connsiteX60" fmla="*/ 3922005 w 5971142"/>
                  <a:gd name="connsiteY60" fmla="*/ 374830 h 1234146"/>
                  <a:gd name="connsiteX61" fmla="*/ 3988106 w 5971142"/>
                  <a:gd name="connsiteY61" fmla="*/ 341780 h 1234146"/>
                  <a:gd name="connsiteX62" fmla="*/ 4065224 w 5971142"/>
                  <a:gd name="connsiteY62" fmla="*/ 319746 h 1234146"/>
                  <a:gd name="connsiteX63" fmla="*/ 4131326 w 5971142"/>
                  <a:gd name="connsiteY63" fmla="*/ 297712 h 1234146"/>
                  <a:gd name="connsiteX64" fmla="*/ 4175393 w 5971142"/>
                  <a:gd name="connsiteY64" fmla="*/ 286695 h 1234146"/>
                  <a:gd name="connsiteX65" fmla="*/ 4274545 w 5971142"/>
                  <a:gd name="connsiteY65" fmla="*/ 242628 h 1234146"/>
                  <a:gd name="connsiteX66" fmla="*/ 4307595 w 5971142"/>
                  <a:gd name="connsiteY66" fmla="*/ 231611 h 1234146"/>
                  <a:gd name="connsiteX67" fmla="*/ 4340646 w 5971142"/>
                  <a:gd name="connsiteY67" fmla="*/ 209577 h 1234146"/>
                  <a:gd name="connsiteX68" fmla="*/ 4384713 w 5971142"/>
                  <a:gd name="connsiteY68" fmla="*/ 198560 h 1234146"/>
                  <a:gd name="connsiteX69" fmla="*/ 4450815 w 5971142"/>
                  <a:gd name="connsiteY69" fmla="*/ 176527 h 1234146"/>
                  <a:gd name="connsiteX70" fmla="*/ 4549967 w 5971142"/>
                  <a:gd name="connsiteY70" fmla="*/ 165510 h 1234146"/>
                  <a:gd name="connsiteX71" fmla="*/ 4682169 w 5971142"/>
                  <a:gd name="connsiteY71" fmla="*/ 143476 h 1234146"/>
                  <a:gd name="connsiteX72" fmla="*/ 5034709 w 5971142"/>
                  <a:gd name="connsiteY72" fmla="*/ 132459 h 1234146"/>
                  <a:gd name="connsiteX73" fmla="*/ 5100810 w 5971142"/>
                  <a:gd name="connsiteY73" fmla="*/ 121442 h 1234146"/>
                  <a:gd name="connsiteX74" fmla="*/ 5155894 w 5971142"/>
                  <a:gd name="connsiteY74" fmla="*/ 110425 h 1234146"/>
                  <a:gd name="connsiteX75" fmla="*/ 5409282 w 5971142"/>
                  <a:gd name="connsiteY75" fmla="*/ 154493 h 1234146"/>
                  <a:gd name="connsiteX76" fmla="*/ 5563518 w 5971142"/>
                  <a:gd name="connsiteY76" fmla="*/ 176527 h 1234146"/>
                  <a:gd name="connsiteX77" fmla="*/ 5640636 w 5971142"/>
                  <a:gd name="connsiteY77" fmla="*/ 187544 h 1234146"/>
                  <a:gd name="connsiteX78" fmla="*/ 5971142 w 5971142"/>
                  <a:gd name="connsiteY78" fmla="*/ 187544 h 1234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5971142" h="1234146">
                    <a:moveTo>
                      <a:pt x="0" y="257"/>
                    </a:moveTo>
                    <a:cubicBezTo>
                      <a:pt x="174414" y="25174"/>
                      <a:pt x="-37255" y="257"/>
                      <a:pt x="253388" y="257"/>
                    </a:cubicBezTo>
                    <a:cubicBezTo>
                      <a:pt x="348938" y="257"/>
                      <a:pt x="444347" y="7602"/>
                      <a:pt x="539827" y="11274"/>
                    </a:cubicBezTo>
                    <a:cubicBezTo>
                      <a:pt x="610520" y="1175"/>
                      <a:pt x="623370" y="-8006"/>
                      <a:pt x="694063" y="11274"/>
                    </a:cubicBezTo>
                    <a:cubicBezTo>
                      <a:pt x="709907" y="15595"/>
                      <a:pt x="722753" y="27541"/>
                      <a:pt x="738130" y="33307"/>
                    </a:cubicBezTo>
                    <a:cubicBezTo>
                      <a:pt x="752307" y="38623"/>
                      <a:pt x="767509" y="40652"/>
                      <a:pt x="782198" y="44324"/>
                    </a:cubicBezTo>
                    <a:cubicBezTo>
                      <a:pt x="795890" y="55278"/>
                      <a:pt x="856142" y="100155"/>
                      <a:pt x="870333" y="121442"/>
                    </a:cubicBezTo>
                    <a:cubicBezTo>
                      <a:pt x="876775" y="131105"/>
                      <a:pt x="876157" y="144106"/>
                      <a:pt x="881350" y="154493"/>
                    </a:cubicBezTo>
                    <a:cubicBezTo>
                      <a:pt x="887271" y="166336"/>
                      <a:pt x="897462" y="175701"/>
                      <a:pt x="903383" y="187544"/>
                    </a:cubicBezTo>
                    <a:cubicBezTo>
                      <a:pt x="908576" y="197931"/>
                      <a:pt x="909207" y="210207"/>
                      <a:pt x="914400" y="220594"/>
                    </a:cubicBezTo>
                    <a:cubicBezTo>
                      <a:pt x="920322" y="232437"/>
                      <a:pt x="931056" y="241545"/>
                      <a:pt x="936434" y="253645"/>
                    </a:cubicBezTo>
                    <a:cubicBezTo>
                      <a:pt x="945867" y="274869"/>
                      <a:pt x="945585" y="300421"/>
                      <a:pt x="958468" y="319746"/>
                    </a:cubicBezTo>
                    <a:cubicBezTo>
                      <a:pt x="965812" y="330763"/>
                      <a:pt x="974580" y="340954"/>
                      <a:pt x="980501" y="352797"/>
                    </a:cubicBezTo>
                    <a:cubicBezTo>
                      <a:pt x="985694" y="363184"/>
                      <a:pt x="986944" y="375173"/>
                      <a:pt x="991518" y="385847"/>
                    </a:cubicBezTo>
                    <a:cubicBezTo>
                      <a:pt x="997987" y="400942"/>
                      <a:pt x="1007083" y="414820"/>
                      <a:pt x="1013552" y="429915"/>
                    </a:cubicBezTo>
                    <a:cubicBezTo>
                      <a:pt x="1018126" y="440589"/>
                      <a:pt x="1019376" y="452578"/>
                      <a:pt x="1024569" y="462965"/>
                    </a:cubicBezTo>
                    <a:cubicBezTo>
                      <a:pt x="1064316" y="542457"/>
                      <a:pt x="1030011" y="443520"/>
                      <a:pt x="1068636" y="540083"/>
                    </a:cubicBezTo>
                    <a:cubicBezTo>
                      <a:pt x="1077262" y="561648"/>
                      <a:pt x="1077786" y="586860"/>
                      <a:pt x="1090670" y="606185"/>
                    </a:cubicBezTo>
                    <a:lnTo>
                      <a:pt x="1134738" y="672286"/>
                    </a:lnTo>
                    <a:cubicBezTo>
                      <a:pt x="1174907" y="792800"/>
                      <a:pt x="1110846" y="610268"/>
                      <a:pt x="1167788" y="738387"/>
                    </a:cubicBezTo>
                    <a:cubicBezTo>
                      <a:pt x="1177221" y="759611"/>
                      <a:pt x="1176939" y="785163"/>
                      <a:pt x="1189822" y="804488"/>
                    </a:cubicBezTo>
                    <a:cubicBezTo>
                      <a:pt x="1204511" y="826522"/>
                      <a:pt x="1222046" y="846904"/>
                      <a:pt x="1233889" y="870589"/>
                    </a:cubicBezTo>
                    <a:cubicBezTo>
                      <a:pt x="1247360" y="897532"/>
                      <a:pt x="1258490" y="924347"/>
                      <a:pt x="1277957" y="947707"/>
                    </a:cubicBezTo>
                    <a:cubicBezTo>
                      <a:pt x="1287931" y="959676"/>
                      <a:pt x="1301033" y="968789"/>
                      <a:pt x="1311007" y="980758"/>
                    </a:cubicBezTo>
                    <a:cubicBezTo>
                      <a:pt x="1319483" y="990930"/>
                      <a:pt x="1323678" y="1004446"/>
                      <a:pt x="1333041" y="1013809"/>
                    </a:cubicBezTo>
                    <a:cubicBezTo>
                      <a:pt x="1342404" y="1023171"/>
                      <a:pt x="1355318" y="1028146"/>
                      <a:pt x="1366092" y="1035842"/>
                    </a:cubicBezTo>
                    <a:cubicBezTo>
                      <a:pt x="1424454" y="1077529"/>
                      <a:pt x="1389574" y="1062031"/>
                      <a:pt x="1443210" y="1079910"/>
                    </a:cubicBezTo>
                    <a:cubicBezTo>
                      <a:pt x="1540434" y="1144728"/>
                      <a:pt x="1385027" y="1045308"/>
                      <a:pt x="1542362" y="1123977"/>
                    </a:cubicBezTo>
                    <a:cubicBezTo>
                      <a:pt x="1576399" y="1140996"/>
                      <a:pt x="1614412" y="1162599"/>
                      <a:pt x="1652530" y="1168045"/>
                    </a:cubicBezTo>
                    <a:cubicBezTo>
                      <a:pt x="1819784" y="1191939"/>
                      <a:pt x="1627628" y="1165595"/>
                      <a:pt x="1839817" y="1190078"/>
                    </a:cubicBezTo>
                    <a:lnTo>
                      <a:pt x="2016087" y="1212112"/>
                    </a:lnTo>
                    <a:lnTo>
                      <a:pt x="2093205" y="1223129"/>
                    </a:lnTo>
                    <a:cubicBezTo>
                      <a:pt x="2126202" y="1227254"/>
                      <a:pt x="2159306" y="1230474"/>
                      <a:pt x="2192357" y="1234146"/>
                    </a:cubicBezTo>
                    <a:cubicBezTo>
                      <a:pt x="2218444" y="1230885"/>
                      <a:pt x="2314824" y="1220054"/>
                      <a:pt x="2346593" y="1212112"/>
                    </a:cubicBezTo>
                    <a:cubicBezTo>
                      <a:pt x="2369125" y="1206479"/>
                      <a:pt x="2390162" y="1195711"/>
                      <a:pt x="2412694" y="1190078"/>
                    </a:cubicBezTo>
                    <a:cubicBezTo>
                      <a:pt x="2427383" y="1186406"/>
                      <a:pt x="2441981" y="1182347"/>
                      <a:pt x="2456762" y="1179062"/>
                    </a:cubicBezTo>
                    <a:cubicBezTo>
                      <a:pt x="2475041" y="1175000"/>
                      <a:pt x="2493781" y="1172972"/>
                      <a:pt x="2511846" y="1168045"/>
                    </a:cubicBezTo>
                    <a:cubicBezTo>
                      <a:pt x="2534253" y="1161934"/>
                      <a:pt x="2555172" y="1150566"/>
                      <a:pt x="2577947" y="1146011"/>
                    </a:cubicBezTo>
                    <a:cubicBezTo>
                      <a:pt x="2596309" y="1142339"/>
                      <a:pt x="2614866" y="1139536"/>
                      <a:pt x="2633032" y="1134994"/>
                    </a:cubicBezTo>
                    <a:cubicBezTo>
                      <a:pt x="2644298" y="1132177"/>
                      <a:pt x="2654746" y="1126496"/>
                      <a:pt x="2666082" y="1123977"/>
                    </a:cubicBezTo>
                    <a:cubicBezTo>
                      <a:pt x="2687888" y="1119131"/>
                      <a:pt x="2710512" y="1118378"/>
                      <a:pt x="2732183" y="1112960"/>
                    </a:cubicBezTo>
                    <a:cubicBezTo>
                      <a:pt x="2754715" y="1107327"/>
                      <a:pt x="2798285" y="1090927"/>
                      <a:pt x="2798285" y="1090927"/>
                    </a:cubicBezTo>
                    <a:cubicBezTo>
                      <a:pt x="2809302" y="1083582"/>
                      <a:pt x="2819492" y="1074814"/>
                      <a:pt x="2831335" y="1068893"/>
                    </a:cubicBezTo>
                    <a:cubicBezTo>
                      <a:pt x="2857679" y="1055721"/>
                      <a:pt x="2890867" y="1045377"/>
                      <a:pt x="2919470" y="1035842"/>
                    </a:cubicBezTo>
                    <a:cubicBezTo>
                      <a:pt x="2960717" y="994597"/>
                      <a:pt x="3007373" y="944113"/>
                      <a:pt x="3062689" y="925674"/>
                    </a:cubicBezTo>
                    <a:cubicBezTo>
                      <a:pt x="3089662" y="916683"/>
                      <a:pt x="3115982" y="909641"/>
                      <a:pt x="3139807" y="892623"/>
                    </a:cubicBezTo>
                    <a:cubicBezTo>
                      <a:pt x="3152485" y="883567"/>
                      <a:pt x="3160560" y="869137"/>
                      <a:pt x="3172858" y="859572"/>
                    </a:cubicBezTo>
                    <a:cubicBezTo>
                      <a:pt x="3193761" y="843314"/>
                      <a:pt x="3216925" y="830194"/>
                      <a:pt x="3238959" y="815505"/>
                    </a:cubicBezTo>
                    <a:cubicBezTo>
                      <a:pt x="3249976" y="808160"/>
                      <a:pt x="3262647" y="802834"/>
                      <a:pt x="3272010" y="793471"/>
                    </a:cubicBezTo>
                    <a:cubicBezTo>
                      <a:pt x="3302391" y="763090"/>
                      <a:pt x="3302322" y="758838"/>
                      <a:pt x="3338111" y="738387"/>
                    </a:cubicBezTo>
                    <a:cubicBezTo>
                      <a:pt x="3352370" y="730239"/>
                      <a:pt x="3368252" y="725057"/>
                      <a:pt x="3382179" y="716353"/>
                    </a:cubicBezTo>
                    <a:cubicBezTo>
                      <a:pt x="3397749" y="706622"/>
                      <a:pt x="3410195" y="692220"/>
                      <a:pt x="3426246" y="683303"/>
                    </a:cubicBezTo>
                    <a:cubicBezTo>
                      <a:pt x="3443533" y="673699"/>
                      <a:pt x="3463642" y="670113"/>
                      <a:pt x="3481330" y="661269"/>
                    </a:cubicBezTo>
                    <a:cubicBezTo>
                      <a:pt x="3566754" y="618556"/>
                      <a:pt x="3464360" y="655909"/>
                      <a:pt x="3547432" y="628218"/>
                    </a:cubicBezTo>
                    <a:cubicBezTo>
                      <a:pt x="3588143" y="567151"/>
                      <a:pt x="3546172" y="615454"/>
                      <a:pt x="3602516" y="584151"/>
                    </a:cubicBezTo>
                    <a:cubicBezTo>
                      <a:pt x="3625665" y="571290"/>
                      <a:pt x="3646583" y="554772"/>
                      <a:pt x="3668617" y="540083"/>
                    </a:cubicBezTo>
                    <a:cubicBezTo>
                      <a:pt x="3683895" y="529898"/>
                      <a:pt x="3696743" y="516143"/>
                      <a:pt x="3712685" y="507033"/>
                    </a:cubicBezTo>
                    <a:cubicBezTo>
                      <a:pt x="3722768" y="501272"/>
                      <a:pt x="3734718" y="499688"/>
                      <a:pt x="3745735" y="496016"/>
                    </a:cubicBezTo>
                    <a:cubicBezTo>
                      <a:pt x="3810385" y="409816"/>
                      <a:pt x="3742407" y="481155"/>
                      <a:pt x="3822853" y="440932"/>
                    </a:cubicBezTo>
                    <a:cubicBezTo>
                      <a:pt x="3846539" y="429089"/>
                      <a:pt x="3866920" y="411553"/>
                      <a:pt x="3888954" y="396864"/>
                    </a:cubicBezTo>
                    <a:cubicBezTo>
                      <a:pt x="3899971" y="389519"/>
                      <a:pt x="3909444" y="379017"/>
                      <a:pt x="3922005" y="374830"/>
                    </a:cubicBezTo>
                    <a:cubicBezTo>
                      <a:pt x="4005081" y="347138"/>
                      <a:pt x="3902680" y="384493"/>
                      <a:pt x="3988106" y="341780"/>
                    </a:cubicBezTo>
                    <a:cubicBezTo>
                      <a:pt x="4006618" y="332524"/>
                      <a:pt x="4047575" y="325041"/>
                      <a:pt x="4065224" y="319746"/>
                    </a:cubicBezTo>
                    <a:cubicBezTo>
                      <a:pt x="4087470" y="313072"/>
                      <a:pt x="4108794" y="303345"/>
                      <a:pt x="4131326" y="297712"/>
                    </a:cubicBezTo>
                    <a:cubicBezTo>
                      <a:pt x="4146015" y="294040"/>
                      <a:pt x="4160834" y="290855"/>
                      <a:pt x="4175393" y="286695"/>
                    </a:cubicBezTo>
                    <a:cubicBezTo>
                      <a:pt x="4227508" y="271805"/>
                      <a:pt x="4207192" y="272562"/>
                      <a:pt x="4274545" y="242628"/>
                    </a:cubicBezTo>
                    <a:cubicBezTo>
                      <a:pt x="4285157" y="237912"/>
                      <a:pt x="4297208" y="236804"/>
                      <a:pt x="4307595" y="231611"/>
                    </a:cubicBezTo>
                    <a:cubicBezTo>
                      <a:pt x="4319438" y="225689"/>
                      <a:pt x="4328476" y="214793"/>
                      <a:pt x="4340646" y="209577"/>
                    </a:cubicBezTo>
                    <a:cubicBezTo>
                      <a:pt x="4354563" y="203613"/>
                      <a:pt x="4370210" y="202911"/>
                      <a:pt x="4384713" y="198560"/>
                    </a:cubicBezTo>
                    <a:cubicBezTo>
                      <a:pt x="4406959" y="191886"/>
                      <a:pt x="4427731" y="179092"/>
                      <a:pt x="4450815" y="176527"/>
                    </a:cubicBezTo>
                    <a:cubicBezTo>
                      <a:pt x="4483866" y="172855"/>
                      <a:pt x="4517047" y="170213"/>
                      <a:pt x="4549967" y="165510"/>
                    </a:cubicBezTo>
                    <a:cubicBezTo>
                      <a:pt x="4594193" y="159192"/>
                      <a:pt x="4637516" y="144871"/>
                      <a:pt x="4682169" y="143476"/>
                    </a:cubicBezTo>
                    <a:lnTo>
                      <a:pt x="5034709" y="132459"/>
                    </a:lnTo>
                    <a:lnTo>
                      <a:pt x="5100810" y="121442"/>
                    </a:lnTo>
                    <a:cubicBezTo>
                      <a:pt x="5119233" y="118092"/>
                      <a:pt x="5137192" y="109490"/>
                      <a:pt x="5155894" y="110425"/>
                    </a:cubicBezTo>
                    <a:cubicBezTo>
                      <a:pt x="5362548" y="120758"/>
                      <a:pt x="5261031" y="127538"/>
                      <a:pt x="5409282" y="154493"/>
                    </a:cubicBezTo>
                    <a:cubicBezTo>
                      <a:pt x="5460378" y="163783"/>
                      <a:pt x="5512106" y="169182"/>
                      <a:pt x="5563518" y="176527"/>
                    </a:cubicBezTo>
                    <a:cubicBezTo>
                      <a:pt x="5589224" y="180199"/>
                      <a:pt x="5614669" y="187544"/>
                      <a:pt x="5640636" y="187544"/>
                    </a:cubicBezTo>
                    <a:lnTo>
                      <a:pt x="5971142" y="187544"/>
                    </a:lnTo>
                  </a:path>
                </a:pathLst>
              </a:custGeom>
              <a:noFill/>
              <a:ln>
                <a:solidFill>
                  <a:srgbClr val="9A632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5336C77-8751-CAE5-6722-C258A28FC7C6}"/>
                  </a:ext>
                </a:extLst>
              </p:cNvPr>
              <p:cNvCxnSpPr>
                <a:cxnSpLocks/>
                <a:stCxn id="29" idx="4"/>
                <a:endCxn id="29" idx="71"/>
              </p:cNvCxnSpPr>
              <p:nvPr/>
            </p:nvCxnSpPr>
            <p:spPr>
              <a:xfrm>
                <a:off x="2324558" y="3855978"/>
                <a:ext cx="3944040" cy="110169"/>
              </a:xfrm>
              <a:prstGeom prst="straightConnector1">
                <a:avLst/>
              </a:prstGeom>
              <a:ln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Cloud 30">
                <a:extLst>
                  <a:ext uri="{FF2B5EF4-FFF2-40B4-BE49-F238E27FC236}">
                    <a16:creationId xmlns:a16="http://schemas.microsoft.com/office/drawing/2014/main" id="{6CFF40E4-CC57-A72F-9B4C-38ECB74CA5B7}"/>
                  </a:ext>
                </a:extLst>
              </p:cNvPr>
              <p:cNvSpPr/>
              <p:nvPr/>
            </p:nvSpPr>
            <p:spPr>
              <a:xfrm>
                <a:off x="3842018" y="4802833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32" name="Cloud 31">
                <a:extLst>
                  <a:ext uri="{FF2B5EF4-FFF2-40B4-BE49-F238E27FC236}">
                    <a16:creationId xmlns:a16="http://schemas.microsoft.com/office/drawing/2014/main" id="{DCF9AA4A-2846-9F5B-57C3-6C073AD5388D}"/>
                  </a:ext>
                </a:extLst>
              </p:cNvPr>
              <p:cNvSpPr/>
              <p:nvPr/>
            </p:nvSpPr>
            <p:spPr>
              <a:xfrm rot="1035449">
                <a:off x="2892128" y="4675841"/>
                <a:ext cx="475990" cy="253984"/>
              </a:xfrm>
              <a:prstGeom prst="clou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D0306B9-4C4B-26F3-7088-04999069649C}"/>
                  </a:ext>
                </a:extLst>
              </p:cNvPr>
              <p:cNvGrpSpPr/>
              <p:nvPr/>
            </p:nvGrpSpPr>
            <p:grpSpPr>
              <a:xfrm>
                <a:off x="4843714" y="3669119"/>
                <a:ext cx="406830" cy="497757"/>
                <a:chOff x="4843714" y="3669119"/>
                <a:chExt cx="406830" cy="497757"/>
              </a:xfrm>
            </p:grpSpPr>
            <p:sp>
              <p:nvSpPr>
                <p:cNvPr id="37" name="Down Arrow 36">
                  <a:extLst>
                    <a:ext uri="{FF2B5EF4-FFF2-40B4-BE49-F238E27FC236}">
                      <a16:creationId xmlns:a16="http://schemas.microsoft.com/office/drawing/2014/main" id="{D4F19158-BD98-625F-E3AB-7C895288FCFA}"/>
                    </a:ext>
                  </a:extLst>
                </p:cNvPr>
                <p:cNvSpPr/>
                <p:nvPr/>
              </p:nvSpPr>
              <p:spPr>
                <a:xfrm rot="10800000">
                  <a:off x="4843714" y="3669119"/>
                  <a:ext cx="143197" cy="446353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  <p:sp>
              <p:nvSpPr>
                <p:cNvPr id="38" name="Down Arrow 37">
                  <a:extLst>
                    <a:ext uri="{FF2B5EF4-FFF2-40B4-BE49-F238E27FC236}">
                      <a16:creationId xmlns:a16="http://schemas.microsoft.com/office/drawing/2014/main" id="{6664834D-4FDF-79A0-733C-B6274A8A7D17}"/>
                    </a:ext>
                  </a:extLst>
                </p:cNvPr>
                <p:cNvSpPr/>
                <p:nvPr/>
              </p:nvSpPr>
              <p:spPr>
                <a:xfrm flipH="1">
                  <a:off x="5107347" y="3720523"/>
                  <a:ext cx="143197" cy="446353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Helvetica" pitchFamily="2" charset="0"/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DE202E3-A808-215A-5862-E72F3D6409AF}"/>
                  </a:ext>
                </a:extLst>
              </p:cNvPr>
              <p:cNvGrpSpPr/>
              <p:nvPr/>
            </p:nvGrpSpPr>
            <p:grpSpPr>
              <a:xfrm>
                <a:off x="3189911" y="3899392"/>
                <a:ext cx="1282446" cy="873484"/>
                <a:chOff x="3189911" y="3899392"/>
                <a:chExt cx="1282446" cy="873484"/>
              </a:xfrm>
            </p:grpSpPr>
            <p:sp>
              <p:nvSpPr>
                <p:cNvPr id="35" name="Curved Right Arrow 34">
                  <a:extLst>
                    <a:ext uri="{FF2B5EF4-FFF2-40B4-BE49-F238E27FC236}">
                      <a16:creationId xmlns:a16="http://schemas.microsoft.com/office/drawing/2014/main" id="{CAE5DC89-3860-52BC-F56D-10A1520336EC}"/>
                    </a:ext>
                  </a:extLst>
                </p:cNvPr>
                <p:cNvSpPr/>
                <p:nvPr/>
              </p:nvSpPr>
              <p:spPr>
                <a:xfrm>
                  <a:off x="3189911" y="3946158"/>
                  <a:ext cx="412317" cy="826718"/>
                </a:xfrm>
                <a:prstGeom prst="curvedRightArrow">
                  <a:avLst/>
                </a:prstGeom>
                <a:solidFill>
                  <a:srgbClr val="4E8F00"/>
                </a:solidFill>
                <a:ln>
                  <a:solidFill>
                    <a:srgbClr val="4E8F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  <p:sp>
              <p:nvSpPr>
                <p:cNvPr id="36" name="Curved Right Arrow 35">
                  <a:extLst>
                    <a:ext uri="{FF2B5EF4-FFF2-40B4-BE49-F238E27FC236}">
                      <a16:creationId xmlns:a16="http://schemas.microsoft.com/office/drawing/2014/main" id="{EFB71EC4-4215-1E30-2423-4FE7D8A2393A}"/>
                    </a:ext>
                  </a:extLst>
                </p:cNvPr>
                <p:cNvSpPr/>
                <p:nvPr/>
              </p:nvSpPr>
              <p:spPr>
                <a:xfrm rot="10800000">
                  <a:off x="4060042" y="3899392"/>
                  <a:ext cx="412315" cy="826718"/>
                </a:xfrm>
                <a:prstGeom prst="curvedRightArrow">
                  <a:avLst/>
                </a:prstGeom>
                <a:solidFill>
                  <a:srgbClr val="941100"/>
                </a:solidFill>
                <a:ln>
                  <a:solidFill>
                    <a:srgbClr val="9411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lvetica" pitchFamily="2" charset="0"/>
                  </a:endParaRPr>
                </a:p>
              </p:txBody>
            </p:sp>
          </p:grp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E5BB5F1-A006-E36A-E50C-D1A7FEB1A458}"/>
                </a:ext>
              </a:extLst>
            </p:cNvPr>
            <p:cNvGrpSpPr/>
            <p:nvPr/>
          </p:nvGrpSpPr>
          <p:grpSpPr>
            <a:xfrm>
              <a:off x="1688643" y="3673846"/>
              <a:ext cx="855747" cy="821517"/>
              <a:chOff x="144304" y="3034095"/>
              <a:chExt cx="937450" cy="984322"/>
            </a:xfrm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940456F-2A9A-B0E5-7A02-93040588281D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41A8E73F-9012-E326-4B3E-A7696233AFA3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FF01C0E-C1F6-12C1-4AA0-B3ED71AF3A50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C9C00A43-5D4B-9127-9189-7A825E6790DE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74A63C2-3FC0-9CE8-E577-E129FCA87A84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4009D1A4-1EA7-D275-2B8B-03AD787E10DF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9952977-968A-5E1C-C066-EFB1E8253639}"/>
                </a:ext>
              </a:extLst>
            </p:cNvPr>
            <p:cNvGrpSpPr/>
            <p:nvPr/>
          </p:nvGrpSpPr>
          <p:grpSpPr>
            <a:xfrm>
              <a:off x="4707453" y="3655382"/>
              <a:ext cx="855747" cy="821517"/>
              <a:chOff x="144304" y="3034095"/>
              <a:chExt cx="937450" cy="984322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B01A997-644C-40B3-3709-3DFC4FFCE735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F12C03D-2218-3837-7221-C993DD43D3D1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5E8A4801-14AF-9E52-3094-2C27AFB57321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61F70A8C-E961-C5DE-6B02-A73C482E50B0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46F591-F871-E04C-F8C4-8BCB5FE3E1EE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6C7D9B6F-70C8-9473-C42D-A5626775A396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914931C-8F2D-6914-C0E3-239E96E73BC2}"/>
                </a:ext>
              </a:extLst>
            </p:cNvPr>
            <p:cNvGrpSpPr/>
            <p:nvPr/>
          </p:nvGrpSpPr>
          <p:grpSpPr>
            <a:xfrm>
              <a:off x="7284888" y="3581184"/>
              <a:ext cx="855747" cy="821517"/>
              <a:chOff x="144304" y="3034095"/>
              <a:chExt cx="937450" cy="984322"/>
            </a:xfrm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2BFED23F-982D-FB0F-9DEC-08EF7B37DD2F}"/>
                  </a:ext>
                </a:extLst>
              </p:cNvPr>
              <p:cNvSpPr/>
              <p:nvPr/>
            </p:nvSpPr>
            <p:spPr>
              <a:xfrm>
                <a:off x="197708" y="3089189"/>
                <a:ext cx="591453" cy="929228"/>
              </a:xfrm>
              <a:custGeom>
                <a:avLst/>
                <a:gdLst>
                  <a:gd name="connsiteX0" fmla="*/ 0 w 591453"/>
                  <a:gd name="connsiteY0" fmla="*/ 0 h 929228"/>
                  <a:gd name="connsiteX1" fmla="*/ 261963 w 591453"/>
                  <a:gd name="connsiteY1" fmla="*/ 227365 h 929228"/>
                  <a:gd name="connsiteX2" fmla="*/ 192766 w 591453"/>
                  <a:gd name="connsiteY2" fmla="*/ 583239 h 929228"/>
                  <a:gd name="connsiteX3" fmla="*/ 533812 w 591453"/>
                  <a:gd name="connsiteY3" fmla="*/ 726577 h 929228"/>
                  <a:gd name="connsiteX4" fmla="*/ 588182 w 591453"/>
                  <a:gd name="connsiteY4" fmla="*/ 929228 h 929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1453" h="929228">
                    <a:moveTo>
                      <a:pt x="0" y="0"/>
                    </a:moveTo>
                    <a:cubicBezTo>
                      <a:pt x="114917" y="65079"/>
                      <a:pt x="229835" y="130159"/>
                      <a:pt x="261963" y="227365"/>
                    </a:cubicBezTo>
                    <a:cubicBezTo>
                      <a:pt x="294091" y="324572"/>
                      <a:pt x="147458" y="500037"/>
                      <a:pt x="192766" y="583239"/>
                    </a:cubicBezTo>
                    <a:cubicBezTo>
                      <a:pt x="238074" y="666441"/>
                      <a:pt x="467909" y="668912"/>
                      <a:pt x="533812" y="726577"/>
                    </a:cubicBezTo>
                    <a:cubicBezTo>
                      <a:pt x="599715" y="784242"/>
                      <a:pt x="593948" y="856735"/>
                      <a:pt x="588182" y="929228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38E04943-68C5-EC39-D7A4-5D2C30D952C3}"/>
                  </a:ext>
                </a:extLst>
              </p:cNvPr>
              <p:cNvSpPr/>
              <p:nvPr/>
            </p:nvSpPr>
            <p:spPr>
              <a:xfrm>
                <a:off x="453885" y="3034095"/>
                <a:ext cx="369177" cy="278319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37662">
                    <a:moveTo>
                      <a:pt x="0" y="337662"/>
                    </a:moveTo>
                    <a:cubicBezTo>
                      <a:pt x="16475" y="281232"/>
                      <a:pt x="32951" y="224803"/>
                      <a:pt x="64255" y="199266"/>
                    </a:cubicBezTo>
                    <a:cubicBezTo>
                      <a:pt x="95559" y="173729"/>
                      <a:pt x="152399" y="216566"/>
                      <a:pt x="187822" y="184438"/>
                    </a:cubicBezTo>
                    <a:cubicBezTo>
                      <a:pt x="223245" y="152310"/>
                      <a:pt x="225716" y="27918"/>
                      <a:pt x="276791" y="6500"/>
                    </a:cubicBezTo>
                    <a:cubicBezTo>
                      <a:pt x="327866" y="-14919"/>
                      <a:pt x="411068" y="20504"/>
                      <a:pt x="494270" y="5592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B67FFB64-EE45-388C-13FB-6DA5EACED5C5}"/>
                  </a:ext>
                </a:extLst>
              </p:cNvPr>
              <p:cNvSpPr/>
              <p:nvPr/>
            </p:nvSpPr>
            <p:spPr>
              <a:xfrm rot="14296832">
                <a:off x="54296" y="3223213"/>
                <a:ext cx="397023" cy="21700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6320 h 286320"/>
                  <a:gd name="connsiteX1" fmla="*/ 64255 w 494270"/>
                  <a:gd name="connsiteY1" fmla="*/ 147924 h 286320"/>
                  <a:gd name="connsiteX2" fmla="*/ 187822 w 494270"/>
                  <a:gd name="connsiteY2" fmla="*/ 133096 h 286320"/>
                  <a:gd name="connsiteX3" fmla="*/ 302594 w 494270"/>
                  <a:gd name="connsiteY3" fmla="*/ 171390 h 286320"/>
                  <a:gd name="connsiteX4" fmla="*/ 494270 w 494270"/>
                  <a:gd name="connsiteY4" fmla="*/ 4585 h 28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86320">
                    <a:moveTo>
                      <a:pt x="0" y="286320"/>
                    </a:moveTo>
                    <a:cubicBezTo>
                      <a:pt x="16475" y="229890"/>
                      <a:pt x="32951" y="173461"/>
                      <a:pt x="64255" y="147924"/>
                    </a:cubicBezTo>
                    <a:cubicBezTo>
                      <a:pt x="95559" y="122387"/>
                      <a:pt x="148099" y="129185"/>
                      <a:pt x="187822" y="133096"/>
                    </a:cubicBezTo>
                    <a:cubicBezTo>
                      <a:pt x="227545" y="137007"/>
                      <a:pt x="251519" y="192808"/>
                      <a:pt x="302594" y="171390"/>
                    </a:cubicBezTo>
                    <a:cubicBezTo>
                      <a:pt x="353669" y="149971"/>
                      <a:pt x="411068" y="-30838"/>
                      <a:pt x="494270" y="458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A83310AC-4840-8E23-BB89-18B40E9F5318}"/>
                  </a:ext>
                </a:extLst>
              </p:cNvPr>
              <p:cNvSpPr/>
              <p:nvPr/>
            </p:nvSpPr>
            <p:spPr>
              <a:xfrm rot="11716960">
                <a:off x="442621" y="3304274"/>
                <a:ext cx="247497" cy="295924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157811 w 494270"/>
                  <a:gd name="connsiteY1" fmla="*/ 257982 h 337662"/>
                  <a:gd name="connsiteX2" fmla="*/ 114144 w 494270"/>
                  <a:gd name="connsiteY2" fmla="*/ 8727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14144 w 494270"/>
                  <a:gd name="connsiteY2" fmla="*/ 44448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  <a:gd name="connsiteX0" fmla="*/ 0 w 494270"/>
                  <a:gd name="connsiteY0" fmla="*/ 294832 h 294832"/>
                  <a:gd name="connsiteX1" fmla="*/ 157811 w 494270"/>
                  <a:gd name="connsiteY1" fmla="*/ 215152 h 294832"/>
                  <a:gd name="connsiteX2" fmla="*/ 162695 w 494270"/>
                  <a:gd name="connsiteY2" fmla="*/ 114405 h 294832"/>
                  <a:gd name="connsiteX3" fmla="*/ 321021 w 494270"/>
                  <a:gd name="connsiteY3" fmla="*/ 44425 h 294832"/>
                  <a:gd name="connsiteX4" fmla="*/ 494270 w 494270"/>
                  <a:gd name="connsiteY4" fmla="*/ 13097 h 294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294832">
                    <a:moveTo>
                      <a:pt x="0" y="294832"/>
                    </a:moveTo>
                    <a:cubicBezTo>
                      <a:pt x="16475" y="238402"/>
                      <a:pt x="130695" y="245223"/>
                      <a:pt x="157811" y="215152"/>
                    </a:cubicBezTo>
                    <a:cubicBezTo>
                      <a:pt x="184927" y="185081"/>
                      <a:pt x="135493" y="142859"/>
                      <a:pt x="162695" y="114405"/>
                    </a:cubicBezTo>
                    <a:cubicBezTo>
                      <a:pt x="189897" y="85951"/>
                      <a:pt x="269946" y="65843"/>
                      <a:pt x="321021" y="44425"/>
                    </a:cubicBezTo>
                    <a:cubicBezTo>
                      <a:pt x="372096" y="23006"/>
                      <a:pt x="411068" y="-22326"/>
                      <a:pt x="494270" y="13097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68F4B4F-12A9-DEC2-6DF6-79A3B1D960DA}"/>
                  </a:ext>
                </a:extLst>
              </p:cNvPr>
              <p:cNvSpPr/>
              <p:nvPr/>
            </p:nvSpPr>
            <p:spPr>
              <a:xfrm rot="15286573">
                <a:off x="110674" y="3461640"/>
                <a:ext cx="351124" cy="259247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701221"/>
                  <a:gd name="connsiteY0" fmla="*/ 335222 h 335222"/>
                  <a:gd name="connsiteX1" fmla="*/ 64255 w 701221"/>
                  <a:gd name="connsiteY1" fmla="*/ 196826 h 335222"/>
                  <a:gd name="connsiteX2" fmla="*/ 187822 w 701221"/>
                  <a:gd name="connsiteY2" fmla="*/ 181998 h 335222"/>
                  <a:gd name="connsiteX3" fmla="*/ 276791 w 701221"/>
                  <a:gd name="connsiteY3" fmla="*/ 4060 h 335222"/>
                  <a:gd name="connsiteX4" fmla="*/ 701220 w 701221"/>
                  <a:gd name="connsiteY4" fmla="*/ 86686 h 335222"/>
                  <a:gd name="connsiteX0" fmla="*/ 0 w 701219"/>
                  <a:gd name="connsiteY0" fmla="*/ 258290 h 258290"/>
                  <a:gd name="connsiteX1" fmla="*/ 64255 w 701219"/>
                  <a:gd name="connsiteY1" fmla="*/ 119894 h 258290"/>
                  <a:gd name="connsiteX2" fmla="*/ 187822 w 701219"/>
                  <a:gd name="connsiteY2" fmla="*/ 105066 h 258290"/>
                  <a:gd name="connsiteX3" fmla="*/ 364382 w 701219"/>
                  <a:gd name="connsiteY3" fmla="*/ 66609 h 258290"/>
                  <a:gd name="connsiteX4" fmla="*/ 701220 w 701219"/>
                  <a:gd name="connsiteY4" fmla="*/ 9754 h 258290"/>
                  <a:gd name="connsiteX0" fmla="*/ 0 w 701221"/>
                  <a:gd name="connsiteY0" fmla="*/ 258290 h 258290"/>
                  <a:gd name="connsiteX1" fmla="*/ 159561 w 701221"/>
                  <a:gd name="connsiteY1" fmla="*/ 188973 h 258290"/>
                  <a:gd name="connsiteX2" fmla="*/ 187822 w 701221"/>
                  <a:gd name="connsiteY2" fmla="*/ 105066 h 258290"/>
                  <a:gd name="connsiteX3" fmla="*/ 364382 w 701221"/>
                  <a:gd name="connsiteY3" fmla="*/ 66609 h 258290"/>
                  <a:gd name="connsiteX4" fmla="*/ 701220 w 701221"/>
                  <a:gd name="connsiteY4" fmla="*/ 9754 h 258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1221" h="258290">
                    <a:moveTo>
                      <a:pt x="0" y="258290"/>
                    </a:moveTo>
                    <a:cubicBezTo>
                      <a:pt x="16475" y="201860"/>
                      <a:pt x="128257" y="214510"/>
                      <a:pt x="159561" y="188973"/>
                    </a:cubicBezTo>
                    <a:cubicBezTo>
                      <a:pt x="190865" y="163436"/>
                      <a:pt x="153685" y="125460"/>
                      <a:pt x="187822" y="105066"/>
                    </a:cubicBezTo>
                    <a:cubicBezTo>
                      <a:pt x="221959" y="84672"/>
                      <a:pt x="313307" y="88027"/>
                      <a:pt x="364382" y="66609"/>
                    </a:cubicBezTo>
                    <a:cubicBezTo>
                      <a:pt x="415457" y="45190"/>
                      <a:pt x="618018" y="-25669"/>
                      <a:pt x="701220" y="9754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96FB2E03-35C0-B217-CE0A-75DCA3FFBB88}"/>
                  </a:ext>
                </a:extLst>
              </p:cNvPr>
              <p:cNvSpPr/>
              <p:nvPr/>
            </p:nvSpPr>
            <p:spPr>
              <a:xfrm>
                <a:off x="587484" y="3456433"/>
                <a:ext cx="494270" cy="317450"/>
              </a:xfrm>
              <a:custGeom>
                <a:avLst/>
                <a:gdLst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87822 w 494270"/>
                  <a:gd name="connsiteY2" fmla="*/ 184438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337662 h 337662"/>
                  <a:gd name="connsiteX1" fmla="*/ 64255 w 494270"/>
                  <a:gd name="connsiteY1" fmla="*/ 199266 h 337662"/>
                  <a:gd name="connsiteX2" fmla="*/ 168051 w 494270"/>
                  <a:gd name="connsiteY2" fmla="*/ 105355 h 337662"/>
                  <a:gd name="connsiteX3" fmla="*/ 276791 w 494270"/>
                  <a:gd name="connsiteY3" fmla="*/ 6500 h 337662"/>
                  <a:gd name="connsiteX4" fmla="*/ 494270 w 494270"/>
                  <a:gd name="connsiteY4" fmla="*/ 55927 h 337662"/>
                  <a:gd name="connsiteX0" fmla="*/ 0 w 494270"/>
                  <a:gd name="connsiteY0" fmla="*/ 287715 h 287715"/>
                  <a:gd name="connsiteX1" fmla="*/ 64255 w 494270"/>
                  <a:gd name="connsiteY1" fmla="*/ 149319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287715 h 287715"/>
                  <a:gd name="connsiteX1" fmla="*/ 128510 w 494270"/>
                  <a:gd name="connsiteY1" fmla="*/ 218517 h 287715"/>
                  <a:gd name="connsiteX2" fmla="*/ 168051 w 494270"/>
                  <a:gd name="connsiteY2" fmla="*/ 55408 h 287715"/>
                  <a:gd name="connsiteX3" fmla="*/ 301504 w 494270"/>
                  <a:gd name="connsiteY3" fmla="*/ 124605 h 287715"/>
                  <a:gd name="connsiteX4" fmla="*/ 494270 w 494270"/>
                  <a:gd name="connsiteY4" fmla="*/ 5980 h 287715"/>
                  <a:gd name="connsiteX0" fmla="*/ 0 w 494270"/>
                  <a:gd name="connsiteY0" fmla="*/ 317450 h 317450"/>
                  <a:gd name="connsiteX1" fmla="*/ 128510 w 494270"/>
                  <a:gd name="connsiteY1" fmla="*/ 248252 h 317450"/>
                  <a:gd name="connsiteX2" fmla="*/ 168051 w 494270"/>
                  <a:gd name="connsiteY2" fmla="*/ 85143 h 317450"/>
                  <a:gd name="connsiteX3" fmla="*/ 281734 w 494270"/>
                  <a:gd name="connsiteY3" fmla="*/ 11001 h 317450"/>
                  <a:gd name="connsiteX4" fmla="*/ 494270 w 494270"/>
                  <a:gd name="connsiteY4" fmla="*/ 35715 h 3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270" h="317450">
                    <a:moveTo>
                      <a:pt x="0" y="317450"/>
                    </a:moveTo>
                    <a:cubicBezTo>
                      <a:pt x="16475" y="261020"/>
                      <a:pt x="100502" y="286970"/>
                      <a:pt x="128510" y="248252"/>
                    </a:cubicBezTo>
                    <a:cubicBezTo>
                      <a:pt x="156519" y="209534"/>
                      <a:pt x="142514" y="124685"/>
                      <a:pt x="168051" y="85143"/>
                    </a:cubicBezTo>
                    <a:cubicBezTo>
                      <a:pt x="193588" y="45601"/>
                      <a:pt x="230659" y="32419"/>
                      <a:pt x="281734" y="11001"/>
                    </a:cubicBezTo>
                    <a:cubicBezTo>
                      <a:pt x="332809" y="-10418"/>
                      <a:pt x="411068" y="292"/>
                      <a:pt x="494270" y="35715"/>
                    </a:cubicBezTo>
                  </a:path>
                </a:pathLst>
              </a:cu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Helvetica" pitchFamily="2" charset="0"/>
                </a:endParaRPr>
              </a:p>
            </p:txBody>
          </p:sp>
        </p:grpSp>
        <p:sp>
          <p:nvSpPr>
            <p:cNvPr id="60" name="Right Arrow 59">
              <a:extLst>
                <a:ext uri="{FF2B5EF4-FFF2-40B4-BE49-F238E27FC236}">
                  <a16:creationId xmlns:a16="http://schemas.microsoft.com/office/drawing/2014/main" id="{3D93D26E-8704-012D-9BE9-CE0B2D538275}"/>
                </a:ext>
              </a:extLst>
            </p:cNvPr>
            <p:cNvSpPr/>
            <p:nvPr/>
          </p:nvSpPr>
          <p:spPr>
            <a:xfrm>
              <a:off x="747058" y="4440195"/>
              <a:ext cx="7492397" cy="459596"/>
            </a:xfrm>
            <a:prstGeom prst="rightArrow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rgbClr val="9A6324"/>
                </a:gs>
                <a:gs pos="100000">
                  <a:srgbClr val="9A6324"/>
                </a:gs>
                <a:gs pos="100000">
                  <a:srgbClr val="9A6324"/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>
                <a:solidFill>
                  <a:sysClr val="windowText" lastClr="000000"/>
                </a:solidFill>
                <a:latin typeface="Helvetica" pitchFamily="2" charset="0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E342349-E34D-5A9E-5185-B5D7D9F6DB13}"/>
                </a:ext>
              </a:extLst>
            </p:cNvPr>
            <p:cNvGrpSpPr/>
            <p:nvPr/>
          </p:nvGrpSpPr>
          <p:grpSpPr>
            <a:xfrm>
              <a:off x="6414361" y="3689436"/>
              <a:ext cx="883518" cy="853660"/>
              <a:chOff x="2859285" y="3324806"/>
              <a:chExt cx="708056" cy="684128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892C8CD9-D02D-43A3-86FE-40099956E5A9}"/>
                  </a:ext>
                </a:extLst>
              </p:cNvPr>
              <p:cNvGrpSpPr/>
              <p:nvPr/>
            </p:nvGrpSpPr>
            <p:grpSpPr>
              <a:xfrm>
                <a:off x="2859285" y="3324806"/>
                <a:ext cx="546374" cy="601097"/>
                <a:chOff x="2859285" y="3324806"/>
                <a:chExt cx="546374" cy="601097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1FE5C24F-74B1-7707-97F1-471581CB5FDA}"/>
                    </a:ext>
                  </a:extLst>
                </p:cNvPr>
                <p:cNvGrpSpPr/>
                <p:nvPr/>
              </p:nvGrpSpPr>
              <p:grpSpPr>
                <a:xfrm>
                  <a:off x="3006710" y="3484243"/>
                  <a:ext cx="398949" cy="392652"/>
                  <a:chOff x="840238" y="2011680"/>
                  <a:chExt cx="976067" cy="976048"/>
                </a:xfrm>
              </p:grpSpPr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3AEAFFD2-6428-791E-2FF8-D13217B41D4D}"/>
                      </a:ext>
                    </a:extLst>
                  </p:cNvPr>
                  <p:cNvGrpSpPr/>
                  <p:nvPr/>
                </p:nvGrpSpPr>
                <p:grpSpPr>
                  <a:xfrm>
                    <a:off x="840258" y="2011680"/>
                    <a:ext cx="976047" cy="976048"/>
                    <a:chOff x="840258" y="2011680"/>
                    <a:chExt cx="976047" cy="976048"/>
                  </a:xfrm>
                </p:grpSpPr>
                <p:cxnSp>
                  <p:nvCxnSpPr>
                    <p:cNvPr id="68" name="Straight Connector 67">
                      <a:extLst>
                        <a:ext uri="{FF2B5EF4-FFF2-40B4-BE49-F238E27FC236}">
                          <a16:creationId xmlns:a16="http://schemas.microsoft.com/office/drawing/2014/main" id="{5789978C-CFD4-98C6-B9A6-8A96575F31B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0259" y="2011680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AD6C5137-E6B9-5092-DD6D-A929E2F7F1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328282" y="2499704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0C8F94D2-5E93-AC82-73EB-016F5C95A8EB}"/>
                      </a:ext>
                    </a:extLst>
                  </p:cNvPr>
                  <p:cNvSpPr/>
                  <p:nvPr/>
                </p:nvSpPr>
                <p:spPr>
                  <a:xfrm>
                    <a:off x="840238" y="2815275"/>
                    <a:ext cx="976025" cy="105088"/>
                  </a:xfrm>
                  <a:custGeom>
                    <a:avLst/>
                    <a:gdLst>
                      <a:gd name="connsiteX0" fmla="*/ 0 w 840259"/>
                      <a:gd name="connsiteY0" fmla="*/ 405323 h 405323"/>
                      <a:gd name="connsiteX1" fmla="*/ 143338 w 840259"/>
                      <a:gd name="connsiteY1" fmla="*/ 21 h 405323"/>
                      <a:gd name="connsiteX2" fmla="*/ 276791 w 840259"/>
                      <a:gd name="connsiteY2" fmla="*/ 385552 h 405323"/>
                      <a:gd name="connsiteX3" fmla="*/ 425072 w 840259"/>
                      <a:gd name="connsiteY3" fmla="*/ 19792 h 405323"/>
                      <a:gd name="connsiteX4" fmla="*/ 553583 w 840259"/>
                      <a:gd name="connsiteY4" fmla="*/ 360838 h 405323"/>
                      <a:gd name="connsiteX5" fmla="*/ 696921 w 840259"/>
                      <a:gd name="connsiteY5" fmla="*/ 34620 h 405323"/>
                      <a:gd name="connsiteX6" fmla="*/ 840259 w 840259"/>
                      <a:gd name="connsiteY6" fmla="*/ 370724 h 405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40259" h="405323">
                        <a:moveTo>
                          <a:pt x="0" y="405323"/>
                        </a:moveTo>
                        <a:cubicBezTo>
                          <a:pt x="48603" y="204319"/>
                          <a:pt x="97206" y="3316"/>
                          <a:pt x="143338" y="21"/>
                        </a:cubicBezTo>
                        <a:cubicBezTo>
                          <a:pt x="189470" y="-3274"/>
                          <a:pt x="229835" y="382257"/>
                          <a:pt x="276791" y="385552"/>
                        </a:cubicBezTo>
                        <a:cubicBezTo>
                          <a:pt x="323747" y="388847"/>
                          <a:pt x="378940" y="23911"/>
                          <a:pt x="425072" y="19792"/>
                        </a:cubicBezTo>
                        <a:cubicBezTo>
                          <a:pt x="471204" y="15673"/>
                          <a:pt x="508275" y="358367"/>
                          <a:pt x="553583" y="360838"/>
                        </a:cubicBezTo>
                        <a:cubicBezTo>
                          <a:pt x="598891" y="363309"/>
                          <a:pt x="649142" y="32972"/>
                          <a:pt x="696921" y="34620"/>
                        </a:cubicBezTo>
                        <a:cubicBezTo>
                          <a:pt x="744700" y="36268"/>
                          <a:pt x="792479" y="203496"/>
                          <a:pt x="840259" y="370724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553CBE5-63A3-5D87-5198-6EA1D51CCC5B}"/>
                    </a:ext>
                  </a:extLst>
                </p:cNvPr>
                <p:cNvSpPr txBox="1"/>
                <p:nvPr/>
              </p:nvSpPr>
              <p:spPr>
                <a:xfrm rot="16200000">
                  <a:off x="2645065" y="3539026"/>
                  <a:ext cx="601097" cy="172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>
                      <a:latin typeface="Helvetica" pitchFamily="2" charset="0"/>
                    </a:rPr>
                    <a:t>-   DO   +</a:t>
                  </a: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520BF7E-75D8-22E4-18F6-DD15471CDE73}"/>
                  </a:ext>
                </a:extLst>
              </p:cNvPr>
              <p:cNvSpPr txBox="1"/>
              <p:nvPr/>
            </p:nvSpPr>
            <p:spPr>
              <a:xfrm>
                <a:off x="2930985" y="3836276"/>
                <a:ext cx="636356" cy="17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Time  +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3E13FB4-7932-57B5-4A68-C46AE78DB702}"/>
                </a:ext>
              </a:extLst>
            </p:cNvPr>
            <p:cNvGrpSpPr/>
            <p:nvPr/>
          </p:nvGrpSpPr>
          <p:grpSpPr>
            <a:xfrm>
              <a:off x="3770230" y="3686677"/>
              <a:ext cx="888266" cy="848181"/>
              <a:chOff x="2867133" y="2200646"/>
              <a:chExt cx="711861" cy="679737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36A68567-FB86-F9C3-AADB-2D3F5C90A0F6}"/>
                  </a:ext>
                </a:extLst>
              </p:cNvPr>
              <p:cNvGrpSpPr/>
              <p:nvPr/>
            </p:nvGrpSpPr>
            <p:grpSpPr>
              <a:xfrm>
                <a:off x="2867133" y="2200646"/>
                <a:ext cx="542059" cy="601097"/>
                <a:chOff x="2867133" y="2200646"/>
                <a:chExt cx="542059" cy="601097"/>
              </a:xfrm>
            </p:grpSpPr>
            <p:grpSp>
              <p:nvGrpSpPr>
                <p:cNvPr id="73" name="Group 72">
                  <a:extLst>
                    <a:ext uri="{FF2B5EF4-FFF2-40B4-BE49-F238E27FC236}">
                      <a16:creationId xmlns:a16="http://schemas.microsoft.com/office/drawing/2014/main" id="{8AAF3DE6-2592-E08A-15EA-2CD0056FD3C9}"/>
                    </a:ext>
                  </a:extLst>
                </p:cNvPr>
                <p:cNvGrpSpPr/>
                <p:nvPr/>
              </p:nvGrpSpPr>
              <p:grpSpPr>
                <a:xfrm>
                  <a:off x="3006856" y="2356060"/>
                  <a:ext cx="402336" cy="392653"/>
                  <a:chOff x="6163936" y="1121040"/>
                  <a:chExt cx="976047" cy="982998"/>
                </a:xfrm>
              </p:grpSpPr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4ED1ADCB-C083-830A-4EF4-1329D5CC90D7}"/>
                      </a:ext>
                    </a:extLst>
                  </p:cNvPr>
                  <p:cNvCxnSpPr/>
                  <p:nvPr/>
                </p:nvCxnSpPr>
                <p:spPr>
                  <a:xfrm>
                    <a:off x="6163937" y="1127990"/>
                    <a:ext cx="0" cy="97604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2B5AE589-8D44-A55A-8346-8C0E0C0616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6651960" y="1616014"/>
                    <a:ext cx="0" cy="97604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" name="Freeform 76">
                    <a:extLst>
                      <a:ext uri="{FF2B5EF4-FFF2-40B4-BE49-F238E27FC236}">
                        <a16:creationId xmlns:a16="http://schemas.microsoft.com/office/drawing/2014/main" id="{BFCB18EB-FAE0-C6E6-6720-ADFBAB783F99}"/>
                      </a:ext>
                    </a:extLst>
                  </p:cNvPr>
                  <p:cNvSpPr/>
                  <p:nvPr/>
                </p:nvSpPr>
                <p:spPr>
                  <a:xfrm>
                    <a:off x="6175561" y="1121040"/>
                    <a:ext cx="924139" cy="774499"/>
                  </a:xfrm>
                  <a:custGeom>
                    <a:avLst/>
                    <a:gdLst>
                      <a:gd name="connsiteX0" fmla="*/ 0 w 840259"/>
                      <a:gd name="connsiteY0" fmla="*/ 405323 h 405323"/>
                      <a:gd name="connsiteX1" fmla="*/ 143338 w 840259"/>
                      <a:gd name="connsiteY1" fmla="*/ 21 h 405323"/>
                      <a:gd name="connsiteX2" fmla="*/ 276791 w 840259"/>
                      <a:gd name="connsiteY2" fmla="*/ 385552 h 405323"/>
                      <a:gd name="connsiteX3" fmla="*/ 425072 w 840259"/>
                      <a:gd name="connsiteY3" fmla="*/ 19792 h 405323"/>
                      <a:gd name="connsiteX4" fmla="*/ 553583 w 840259"/>
                      <a:gd name="connsiteY4" fmla="*/ 360838 h 405323"/>
                      <a:gd name="connsiteX5" fmla="*/ 696921 w 840259"/>
                      <a:gd name="connsiteY5" fmla="*/ 34620 h 405323"/>
                      <a:gd name="connsiteX6" fmla="*/ 840259 w 840259"/>
                      <a:gd name="connsiteY6" fmla="*/ 370724 h 405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40259" h="405323">
                        <a:moveTo>
                          <a:pt x="0" y="405323"/>
                        </a:moveTo>
                        <a:cubicBezTo>
                          <a:pt x="48603" y="204319"/>
                          <a:pt x="97206" y="3316"/>
                          <a:pt x="143338" y="21"/>
                        </a:cubicBezTo>
                        <a:cubicBezTo>
                          <a:pt x="189470" y="-3274"/>
                          <a:pt x="229835" y="382257"/>
                          <a:pt x="276791" y="385552"/>
                        </a:cubicBezTo>
                        <a:cubicBezTo>
                          <a:pt x="323747" y="388847"/>
                          <a:pt x="378940" y="23911"/>
                          <a:pt x="425072" y="19792"/>
                        </a:cubicBezTo>
                        <a:cubicBezTo>
                          <a:pt x="471204" y="15673"/>
                          <a:pt x="508275" y="358367"/>
                          <a:pt x="553583" y="360838"/>
                        </a:cubicBezTo>
                        <a:cubicBezTo>
                          <a:pt x="598891" y="363309"/>
                          <a:pt x="649142" y="32972"/>
                          <a:pt x="696921" y="34620"/>
                        </a:cubicBezTo>
                        <a:cubicBezTo>
                          <a:pt x="744700" y="36268"/>
                          <a:pt x="792479" y="203496"/>
                          <a:pt x="840259" y="370724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645D6B0D-FB60-335B-349B-B7F84F8C53D2}"/>
                    </a:ext>
                  </a:extLst>
                </p:cNvPr>
                <p:cNvSpPr txBox="1"/>
                <p:nvPr/>
              </p:nvSpPr>
              <p:spPr>
                <a:xfrm rot="16200000">
                  <a:off x="2652913" y="2414866"/>
                  <a:ext cx="601097" cy="172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>
                      <a:latin typeface="Helvetica" pitchFamily="2" charset="0"/>
                    </a:rPr>
                    <a:t>-   DO   +</a:t>
                  </a: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648F162-6411-1D35-B442-1C499B8FFB9F}"/>
                  </a:ext>
                </a:extLst>
              </p:cNvPr>
              <p:cNvSpPr txBox="1"/>
              <p:nvPr/>
            </p:nvSpPr>
            <p:spPr>
              <a:xfrm>
                <a:off x="2942638" y="2707725"/>
                <a:ext cx="636356" cy="17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Time  +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290B010E-3DD6-ACE6-E0D0-41EE7F226FEB}"/>
                </a:ext>
              </a:extLst>
            </p:cNvPr>
            <p:cNvGrpSpPr/>
            <p:nvPr/>
          </p:nvGrpSpPr>
          <p:grpSpPr>
            <a:xfrm>
              <a:off x="795434" y="3666282"/>
              <a:ext cx="903161" cy="886339"/>
              <a:chOff x="5916387" y="70707"/>
              <a:chExt cx="723798" cy="710317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54026048-687C-915B-9519-4DB15A703BF3}"/>
                  </a:ext>
                </a:extLst>
              </p:cNvPr>
              <p:cNvGrpSpPr/>
              <p:nvPr/>
            </p:nvGrpSpPr>
            <p:grpSpPr>
              <a:xfrm>
                <a:off x="5916387" y="70707"/>
                <a:ext cx="537221" cy="601097"/>
                <a:chOff x="2866339" y="1119879"/>
                <a:chExt cx="537221" cy="601097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3AA5A300-F121-DC94-9328-8CA33F171571}"/>
                    </a:ext>
                  </a:extLst>
                </p:cNvPr>
                <p:cNvGrpSpPr/>
                <p:nvPr/>
              </p:nvGrpSpPr>
              <p:grpSpPr>
                <a:xfrm>
                  <a:off x="3001224" y="1300031"/>
                  <a:ext cx="402336" cy="392652"/>
                  <a:chOff x="6167134" y="15877"/>
                  <a:chExt cx="976048" cy="976048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2A146C88-50FE-F726-1A9C-2B89414B7196}"/>
                      </a:ext>
                    </a:extLst>
                  </p:cNvPr>
                  <p:cNvGrpSpPr/>
                  <p:nvPr/>
                </p:nvGrpSpPr>
                <p:grpSpPr>
                  <a:xfrm>
                    <a:off x="6167134" y="15877"/>
                    <a:ext cx="976047" cy="976048"/>
                    <a:chOff x="840258" y="2011680"/>
                    <a:chExt cx="976047" cy="976048"/>
                  </a:xfrm>
                </p:grpSpPr>
                <p:cxnSp>
                  <p:nvCxnSpPr>
                    <p:cNvPr id="85" name="Straight Connector 84">
                      <a:extLst>
                        <a:ext uri="{FF2B5EF4-FFF2-40B4-BE49-F238E27FC236}">
                          <a16:creationId xmlns:a16="http://schemas.microsoft.com/office/drawing/2014/main" id="{E86F9C4E-6222-F87A-11C6-384C4B1A422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40259" y="2011680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Straight Connector 85">
                      <a:extLst>
                        <a:ext uri="{FF2B5EF4-FFF2-40B4-BE49-F238E27FC236}">
                          <a16:creationId xmlns:a16="http://schemas.microsoft.com/office/drawing/2014/main" id="{FF0035BE-EE6E-C80A-D815-84E902FA7F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328282" y="2499704"/>
                      <a:ext cx="0" cy="976047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4" name="Freeform 83">
                    <a:extLst>
                      <a:ext uri="{FF2B5EF4-FFF2-40B4-BE49-F238E27FC236}">
                        <a16:creationId xmlns:a16="http://schemas.microsoft.com/office/drawing/2014/main" id="{A684444D-6C8F-3B0C-30F2-4B59846DB8C8}"/>
                      </a:ext>
                    </a:extLst>
                  </p:cNvPr>
                  <p:cNvSpPr/>
                  <p:nvPr/>
                </p:nvSpPr>
                <p:spPr>
                  <a:xfrm>
                    <a:off x="6167157" y="159970"/>
                    <a:ext cx="976025" cy="362152"/>
                  </a:xfrm>
                  <a:custGeom>
                    <a:avLst/>
                    <a:gdLst>
                      <a:gd name="connsiteX0" fmla="*/ 0 w 840259"/>
                      <a:gd name="connsiteY0" fmla="*/ 405323 h 405323"/>
                      <a:gd name="connsiteX1" fmla="*/ 143338 w 840259"/>
                      <a:gd name="connsiteY1" fmla="*/ 21 h 405323"/>
                      <a:gd name="connsiteX2" fmla="*/ 276791 w 840259"/>
                      <a:gd name="connsiteY2" fmla="*/ 385552 h 405323"/>
                      <a:gd name="connsiteX3" fmla="*/ 425072 w 840259"/>
                      <a:gd name="connsiteY3" fmla="*/ 19792 h 405323"/>
                      <a:gd name="connsiteX4" fmla="*/ 553583 w 840259"/>
                      <a:gd name="connsiteY4" fmla="*/ 360838 h 405323"/>
                      <a:gd name="connsiteX5" fmla="*/ 696921 w 840259"/>
                      <a:gd name="connsiteY5" fmla="*/ 34620 h 405323"/>
                      <a:gd name="connsiteX6" fmla="*/ 840259 w 840259"/>
                      <a:gd name="connsiteY6" fmla="*/ 370724 h 4053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40259" h="405323">
                        <a:moveTo>
                          <a:pt x="0" y="405323"/>
                        </a:moveTo>
                        <a:cubicBezTo>
                          <a:pt x="48603" y="204319"/>
                          <a:pt x="97206" y="3316"/>
                          <a:pt x="143338" y="21"/>
                        </a:cubicBezTo>
                        <a:cubicBezTo>
                          <a:pt x="189470" y="-3274"/>
                          <a:pt x="229835" y="382257"/>
                          <a:pt x="276791" y="385552"/>
                        </a:cubicBezTo>
                        <a:cubicBezTo>
                          <a:pt x="323747" y="388847"/>
                          <a:pt x="378940" y="23911"/>
                          <a:pt x="425072" y="19792"/>
                        </a:cubicBezTo>
                        <a:cubicBezTo>
                          <a:pt x="471204" y="15673"/>
                          <a:pt x="508275" y="358367"/>
                          <a:pt x="553583" y="360838"/>
                        </a:cubicBezTo>
                        <a:cubicBezTo>
                          <a:pt x="598891" y="363309"/>
                          <a:pt x="649142" y="32972"/>
                          <a:pt x="696921" y="34620"/>
                        </a:cubicBezTo>
                        <a:cubicBezTo>
                          <a:pt x="744700" y="36268"/>
                          <a:pt x="792479" y="203496"/>
                          <a:pt x="840259" y="370724"/>
                        </a:cubicBezTo>
                      </a:path>
                    </a:pathLst>
                  </a:cu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>
                      <a:latin typeface="Helvetica" pitchFamily="2" charset="0"/>
                    </a:endParaRPr>
                  </a:p>
                </p:txBody>
              </p:sp>
            </p:grp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C6FA91CB-C618-4B5F-9840-87306AA64B72}"/>
                    </a:ext>
                  </a:extLst>
                </p:cNvPr>
                <p:cNvSpPr txBox="1"/>
                <p:nvPr/>
              </p:nvSpPr>
              <p:spPr>
                <a:xfrm rot="16200000">
                  <a:off x="2652119" y="1334099"/>
                  <a:ext cx="601097" cy="172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>
                      <a:latin typeface="Helvetica" pitchFamily="2" charset="0"/>
                    </a:rPr>
                    <a:t>-   DO   +</a:t>
                  </a:r>
                </a:p>
              </p:txBody>
            </p:sp>
          </p:grp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EC142FE-5B35-D776-3FB1-252F68821D6D}"/>
                  </a:ext>
                </a:extLst>
              </p:cNvPr>
              <p:cNvSpPr txBox="1"/>
              <p:nvPr/>
            </p:nvSpPr>
            <p:spPr>
              <a:xfrm>
                <a:off x="6003829" y="608366"/>
                <a:ext cx="636356" cy="17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Helvetica" pitchFamily="2" charset="0"/>
                  </a:rPr>
                  <a:t>-  Time  +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743C879B-7785-C965-9E38-EB7FB6E76445}"/>
                </a:ext>
              </a:extLst>
            </p:cNvPr>
            <p:cNvGrpSpPr/>
            <p:nvPr/>
          </p:nvGrpSpPr>
          <p:grpSpPr>
            <a:xfrm>
              <a:off x="539768" y="2608380"/>
              <a:ext cx="1566779" cy="404503"/>
              <a:chOff x="1379535" y="2566258"/>
              <a:chExt cx="1255625" cy="324171"/>
            </a:xfrm>
          </p:grpSpPr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2A6721E3-3516-682D-45A3-AE36C9648E6B}"/>
                  </a:ext>
                </a:extLst>
              </p:cNvPr>
              <p:cNvSpPr txBox="1"/>
              <p:nvPr/>
            </p:nvSpPr>
            <p:spPr>
              <a:xfrm>
                <a:off x="1997337" y="2566258"/>
                <a:ext cx="637823" cy="32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Biological 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9B205EA-914D-88CC-7F41-ECF7DD19B3FD}"/>
                  </a:ext>
                </a:extLst>
              </p:cNvPr>
              <p:cNvSpPr txBox="1"/>
              <p:nvPr/>
            </p:nvSpPr>
            <p:spPr>
              <a:xfrm>
                <a:off x="1379535" y="2569779"/>
                <a:ext cx="640810" cy="32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Hydrologic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E779C7A-EF96-1270-CB27-E14953E60302}"/>
                  </a:ext>
                </a:extLst>
              </p:cNvPr>
              <p:cNvSpPr txBox="1"/>
              <p:nvPr/>
            </p:nvSpPr>
            <p:spPr>
              <a:xfrm>
                <a:off x="1908946" y="2612976"/>
                <a:ext cx="237566" cy="197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Helvetica" pitchFamily="2" charset="0"/>
                  </a:rPr>
                  <a:t>=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3C865B8-41BC-95E9-1D11-3106F2B2520A}"/>
                </a:ext>
              </a:extLst>
            </p:cNvPr>
            <p:cNvGrpSpPr/>
            <p:nvPr/>
          </p:nvGrpSpPr>
          <p:grpSpPr>
            <a:xfrm>
              <a:off x="3182109" y="2638105"/>
              <a:ext cx="1605489" cy="400110"/>
              <a:chOff x="3650290" y="2528421"/>
              <a:chExt cx="1013694" cy="320650"/>
            </a:xfrm>
          </p:grpSpPr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D3865B73-AD44-CDBA-CAD6-3D733F753C14}"/>
                  </a:ext>
                </a:extLst>
              </p:cNvPr>
              <p:cNvSpPr txBox="1"/>
              <p:nvPr/>
            </p:nvSpPr>
            <p:spPr>
              <a:xfrm>
                <a:off x="4086862" y="2528421"/>
                <a:ext cx="577122" cy="32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>
                    <a:latin typeface="Helvetica" pitchFamily="2" charset="0"/>
                  </a:rPr>
                  <a:t>Biological </a:t>
                </a:r>
              </a:p>
              <a:p>
                <a:pPr algn="ctr"/>
                <a:r>
                  <a:rPr lang="en-US" sz="10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26D2F0D-8C08-A8B6-DACD-1EA184A4E646}"/>
                  </a:ext>
                </a:extLst>
              </p:cNvPr>
              <p:cNvSpPr txBox="1"/>
              <p:nvPr/>
            </p:nvSpPr>
            <p:spPr>
              <a:xfrm>
                <a:off x="3650290" y="2574251"/>
                <a:ext cx="640810" cy="24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dirty="0">
                    <a:latin typeface="Helvetica" pitchFamily="2" charset="0"/>
                  </a:rPr>
                  <a:t>Hydrologic</a:t>
                </a:r>
              </a:p>
              <a:p>
                <a:pPr algn="ctr"/>
                <a:r>
                  <a:rPr lang="en-US" sz="7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82A4D26-3A03-F44D-74A6-FCFB2507A8D4}"/>
                  </a:ext>
                </a:extLst>
              </p:cNvPr>
              <p:cNvSpPr txBox="1"/>
              <p:nvPr/>
            </p:nvSpPr>
            <p:spPr>
              <a:xfrm>
                <a:off x="4105720" y="2622730"/>
                <a:ext cx="59522" cy="160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>
                    <a:latin typeface="Helvetica" pitchFamily="2" charset="0"/>
                  </a:rPr>
                  <a:t>&lt;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6698EA7-1C45-F242-B142-74D965A9F27A}"/>
                </a:ext>
              </a:extLst>
            </p:cNvPr>
            <p:cNvGrpSpPr/>
            <p:nvPr/>
          </p:nvGrpSpPr>
          <p:grpSpPr>
            <a:xfrm>
              <a:off x="5875384" y="2657620"/>
              <a:ext cx="1777568" cy="400110"/>
              <a:chOff x="5684967" y="2526213"/>
              <a:chExt cx="1424552" cy="320650"/>
            </a:xfrm>
          </p:grpSpPr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1DB7D07-1E83-3699-F2D7-5C5D691E5A2F}"/>
                  </a:ext>
                </a:extLst>
              </p:cNvPr>
              <p:cNvSpPr txBox="1"/>
              <p:nvPr/>
            </p:nvSpPr>
            <p:spPr>
              <a:xfrm>
                <a:off x="5962050" y="2526213"/>
                <a:ext cx="1147469" cy="320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b="1" dirty="0">
                    <a:latin typeface="Helvetica" pitchFamily="2" charset="0"/>
                  </a:rPr>
                  <a:t>Biological </a:t>
                </a:r>
              </a:p>
              <a:p>
                <a:pPr algn="ctr"/>
                <a:r>
                  <a:rPr lang="en-US" sz="1000" b="1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B7FB150-24AF-4E4E-D9CB-D37DEED7B071}"/>
                  </a:ext>
                </a:extLst>
              </p:cNvPr>
              <p:cNvSpPr txBox="1"/>
              <p:nvPr/>
            </p:nvSpPr>
            <p:spPr>
              <a:xfrm>
                <a:off x="5684967" y="2556835"/>
                <a:ext cx="640810" cy="246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dirty="0">
                    <a:latin typeface="Helvetica" pitchFamily="2" charset="0"/>
                  </a:rPr>
                  <a:t>Hydrologic</a:t>
                </a:r>
              </a:p>
              <a:p>
                <a:pPr algn="ctr"/>
                <a:r>
                  <a:rPr lang="en-US" sz="700" dirty="0">
                    <a:latin typeface="Helvetica" pitchFamily="2" charset="0"/>
                  </a:rPr>
                  <a:t>Controls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A8DF823-FA27-7547-DCB1-39E20939CFCC}"/>
                  </a:ext>
                </a:extLst>
              </p:cNvPr>
              <p:cNvSpPr txBox="1"/>
              <p:nvPr/>
            </p:nvSpPr>
            <p:spPr>
              <a:xfrm>
                <a:off x="6116621" y="2609033"/>
                <a:ext cx="236086" cy="160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00" dirty="0">
                    <a:latin typeface="Helvetica" pitchFamily="2" charset="0"/>
                  </a:rPr>
                  <a:t>&lt;&lt;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2881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220</Words>
  <Application>Microsoft Macintosh PowerPoint</Application>
  <PresentationFormat>Widescreen</PresentationFormat>
  <Paragraphs>36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Helvetica</vt:lpstr>
      <vt:lpstr>Office Theme</vt:lpstr>
      <vt:lpstr>Oscillating watershed &amp; local controls as a defining feature of non-perennial streams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Seybold, Erin</dc:creator>
  <cp:lastModifiedBy>Brown, Connor Lee</cp:lastModifiedBy>
  <cp:revision>3</cp:revision>
  <dcterms:created xsi:type="dcterms:W3CDTF">2025-05-14T22:10:34Z</dcterms:created>
  <dcterms:modified xsi:type="dcterms:W3CDTF">2025-08-26T16:55:00Z</dcterms:modified>
</cp:coreProperties>
</file>